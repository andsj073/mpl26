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5B1426-6E55-BD1D-5D87-38E8F1B40A08}" v="220" dt="2026-05-08T17:25:19.8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s Crona" userId="7db3ca11c123b93d" providerId="Windows Live" clId="Web-{395B1426-6E55-BD1D-5D87-38E8F1B40A08}"/>
    <pc:docChg chg="modSld">
      <pc:chgData name="Andreas Crona" userId="7db3ca11c123b93d" providerId="Windows Live" clId="Web-{395B1426-6E55-BD1D-5D87-38E8F1B40A08}" dt="2026-05-08T17:25:19.824" v="218" actId="20577"/>
      <pc:docMkLst>
        <pc:docMk/>
      </pc:docMkLst>
      <pc:sldChg chg="modSp">
        <pc:chgData name="Andreas Crona" userId="7db3ca11c123b93d" providerId="Windows Live" clId="Web-{395B1426-6E55-BD1D-5D87-38E8F1B40A08}" dt="2026-05-08T17:22:40.306" v="104" actId="20577"/>
        <pc:sldMkLst>
          <pc:docMk/>
          <pc:sldMk cId="0" sldId="256"/>
        </pc:sldMkLst>
        <pc:spChg chg="mod">
          <ac:chgData name="Andreas Crona" userId="7db3ca11c123b93d" providerId="Windows Live" clId="Web-{395B1426-6E55-BD1D-5D87-38E8F1B40A08}" dt="2026-05-08T17:22:40.228" v="10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2:40.259" v="102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2:40.275" v="10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2:40.306" v="104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">
        <pc:chgData name="Andreas Crona" userId="7db3ca11c123b93d" providerId="Windows Live" clId="Web-{395B1426-6E55-BD1D-5D87-38E8F1B40A08}" dt="2026-05-08T17:02:52.083" v="22" actId="20577"/>
        <pc:sldMkLst>
          <pc:docMk/>
          <pc:sldMk cId="0" sldId="257"/>
        </pc:sldMkLst>
        <pc:spChg chg="mod">
          <ac:chgData name="Andreas Crona" userId="7db3ca11c123b93d" providerId="Windows Live" clId="Web-{395B1426-6E55-BD1D-5D87-38E8F1B40A08}" dt="2026-05-08T17:02:51.739" v="10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771" v="11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802" v="12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833" v="13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864" v="14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896" v="15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927" v="16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958" v="17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1.974" v="18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2.005" v="19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2.021" v="20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2.052" v="21" actId="2057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02:52.083" v="22" actId="20577"/>
          <ac:spMkLst>
            <pc:docMk/>
            <pc:sldMk cId="0" sldId="257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00:49.034" v="3"/>
          <ac:picMkLst>
            <pc:docMk/>
            <pc:sldMk cId="0" sldId="257"/>
            <ac:picMk id="23" creationId="{0E674D6D-5230-6F39-9B06-DFDB357BCB48}"/>
          </ac:picMkLst>
        </pc:picChg>
        <pc:picChg chg="add mod modCrop">
          <ac:chgData name="Andreas Crona" userId="7db3ca11c123b93d" providerId="Windows Live" clId="Web-{395B1426-6E55-BD1D-5D87-38E8F1B40A08}" dt="2026-05-08T17:02:12.614" v="9"/>
          <ac:picMkLst>
            <pc:docMk/>
            <pc:sldMk cId="0" sldId="257"/>
            <ac:picMk id="24" creationId="{8BCB262B-CEA6-D8F5-6D8E-5318528173B9}"/>
          </ac:picMkLst>
        </pc:picChg>
      </pc:sldChg>
      <pc:sldChg chg="addSp delSp modSp">
        <pc:chgData name="Andreas Crona" userId="7db3ca11c123b93d" providerId="Windows Live" clId="Web-{395B1426-6E55-BD1D-5D87-38E8F1B40A08}" dt="2026-05-08T17:23:17.760" v="117" actId="20577"/>
        <pc:sldMkLst>
          <pc:docMk/>
          <pc:sldMk cId="0" sldId="258"/>
        </pc:sldMkLst>
        <pc:spChg chg="mod">
          <ac:chgData name="Andreas Crona" userId="7db3ca11c123b93d" providerId="Windows Live" clId="Web-{395B1426-6E55-BD1D-5D87-38E8F1B40A08}" dt="2026-05-08T17:23:17.431" v="105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463" v="106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494" v="107" actId="20577"/>
          <ac:spMkLst>
            <pc:docMk/>
            <pc:sldMk cId="0" sldId="258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510" v="108" actId="20577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556" v="109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588" v="110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603" v="111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635" v="112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650" v="113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681" v="114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713" v="115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728" v="116" actId="2057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17.760" v="117" actId="20577"/>
          <ac:spMkLst>
            <pc:docMk/>
            <pc:sldMk cId="0" sldId="258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04:05.006" v="24"/>
          <ac:picMkLst>
            <pc:docMk/>
            <pc:sldMk cId="0" sldId="258"/>
            <ac:picMk id="23" creationId="{B8463C6C-0BA7-7D13-884F-9D43B51F2712}"/>
          </ac:picMkLst>
        </pc:picChg>
        <pc:picChg chg="add mod modCrop">
          <ac:chgData name="Andreas Crona" userId="7db3ca11c123b93d" providerId="Windows Live" clId="Web-{395B1426-6E55-BD1D-5D87-38E8F1B40A08}" dt="2026-05-08T17:05:26.101" v="31"/>
          <ac:picMkLst>
            <pc:docMk/>
            <pc:sldMk cId="0" sldId="258"/>
            <ac:picMk id="24" creationId="{B641D832-FD68-FC60-382D-A0EE3D8F0AD3}"/>
          </ac:picMkLst>
        </pc:picChg>
      </pc:sldChg>
      <pc:sldChg chg="addSp delSp modSp">
        <pc:chgData name="Andreas Crona" userId="7db3ca11c123b93d" providerId="Windows Live" clId="Web-{395B1426-6E55-BD1D-5D87-38E8F1B40A08}" dt="2026-05-08T17:23:27.072" v="130" actId="20577"/>
        <pc:sldMkLst>
          <pc:docMk/>
          <pc:sldMk cId="0" sldId="259"/>
        </pc:sldMkLst>
        <pc:spChg chg="mod">
          <ac:chgData name="Andreas Crona" userId="7db3ca11c123b93d" providerId="Windows Live" clId="Web-{395B1426-6E55-BD1D-5D87-38E8F1B40A08}" dt="2026-05-08T17:23:26.760" v="118" actId="20577"/>
          <ac:spMkLst>
            <pc:docMk/>
            <pc:sldMk cId="0" sldId="259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791" v="119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822" v="120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838" v="121" actId="20577"/>
          <ac:spMkLst>
            <pc:docMk/>
            <pc:sldMk cId="0" sldId="259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869" v="122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900" v="123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932" v="124" actId="2057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963" v="125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6.978" v="126" actId="2057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7.010" v="127" actId="2057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7.025" v="128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7.057" v="129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27.072" v="130" actId="20577"/>
          <ac:spMkLst>
            <pc:docMk/>
            <pc:sldMk cId="0" sldId="259"/>
            <ac:spMk id="22" creationId="{00000000-0000-0000-0000-000000000000}"/>
          </ac:spMkLst>
        </pc:spChg>
        <pc:picChg chg="add del mod modCrop">
          <ac:chgData name="Andreas Crona" userId="7db3ca11c123b93d" providerId="Windows Live" clId="Web-{395B1426-6E55-BD1D-5D87-38E8F1B40A08}" dt="2026-05-08T17:09:30.167" v="35"/>
          <ac:picMkLst>
            <pc:docMk/>
            <pc:sldMk cId="0" sldId="259"/>
            <ac:picMk id="23" creationId="{9194DFC7-BF55-99F8-6193-918B1F297B71}"/>
          </ac:picMkLst>
        </pc:picChg>
        <pc:picChg chg="add mod modCrop">
          <ac:chgData name="Andreas Crona" userId="7db3ca11c123b93d" providerId="Windows Live" clId="Web-{395B1426-6E55-BD1D-5D87-38E8F1B40A08}" dt="2026-05-08T17:10:16.889" v="41" actId="14100"/>
          <ac:picMkLst>
            <pc:docMk/>
            <pc:sldMk cId="0" sldId="259"/>
            <ac:picMk id="24" creationId="{8C810C80-4D65-E765-EFFF-D2D225186BEE}"/>
          </ac:picMkLst>
        </pc:picChg>
      </pc:sldChg>
      <pc:sldChg chg="addSp delSp modSp">
        <pc:chgData name="Andreas Crona" userId="7db3ca11c123b93d" providerId="Windows Live" clId="Web-{395B1426-6E55-BD1D-5D87-38E8F1B40A08}" dt="2026-05-08T17:23:49.932" v="143" actId="20577"/>
        <pc:sldMkLst>
          <pc:docMk/>
          <pc:sldMk cId="0" sldId="260"/>
        </pc:sldMkLst>
        <pc:spChg chg="mod">
          <ac:chgData name="Andreas Crona" userId="7db3ca11c123b93d" providerId="Windows Live" clId="Web-{395B1426-6E55-BD1D-5D87-38E8F1B40A08}" dt="2026-05-08T17:23:49.666" v="132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682" v="133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713" v="134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729" v="135" actId="20577"/>
          <ac:spMkLst>
            <pc:docMk/>
            <pc:sldMk cId="0" sldId="260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37.416" v="131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760" v="136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791" v="137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807" v="138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838" v="139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854" v="140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885" v="141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901" v="142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49.932" v="143" actId="20577"/>
          <ac:spMkLst>
            <pc:docMk/>
            <pc:sldMk cId="0" sldId="260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11:50.114" v="43"/>
          <ac:picMkLst>
            <pc:docMk/>
            <pc:sldMk cId="0" sldId="260"/>
            <ac:picMk id="23" creationId="{F3F2E311-A0A3-7C27-1FAC-FBC925BEF6D9}"/>
          </ac:picMkLst>
        </pc:picChg>
        <pc:picChg chg="add mod modCrop">
          <ac:chgData name="Andreas Crona" userId="7db3ca11c123b93d" providerId="Windows Live" clId="Web-{395B1426-6E55-BD1D-5D87-38E8F1B40A08}" dt="2026-05-08T17:12:23.007" v="49"/>
          <ac:picMkLst>
            <pc:docMk/>
            <pc:sldMk cId="0" sldId="260"/>
            <ac:picMk id="24" creationId="{3DCF4047-2797-910A-0E23-B5327428F947}"/>
          </ac:picMkLst>
        </pc:picChg>
      </pc:sldChg>
      <pc:sldChg chg="addSp delSp modSp">
        <pc:chgData name="Andreas Crona" userId="7db3ca11c123b93d" providerId="Windows Live" clId="Web-{395B1426-6E55-BD1D-5D87-38E8F1B40A08}" dt="2026-05-08T17:23:56.166" v="156" actId="20577"/>
        <pc:sldMkLst>
          <pc:docMk/>
          <pc:sldMk cId="0" sldId="261"/>
        </pc:sldMkLst>
        <pc:spChg chg="mod">
          <ac:chgData name="Andreas Crona" userId="7db3ca11c123b93d" providerId="Windows Live" clId="Web-{395B1426-6E55-BD1D-5D87-38E8F1B40A08}" dt="2026-05-08T17:23:55.698" v="144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729" v="145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760" v="146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791" v="147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823" v="148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854" v="149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885" v="150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916" v="151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5.932" v="152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6.073" v="153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6.104" v="154" actId="20577"/>
          <ac:spMkLst>
            <pc:docMk/>
            <pc:sldMk cId="0" sldId="261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6.135" v="155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3:56.166" v="156" actId="20577"/>
          <ac:spMkLst>
            <pc:docMk/>
            <pc:sldMk cId="0" sldId="261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12:35.648" v="52"/>
          <ac:picMkLst>
            <pc:docMk/>
            <pc:sldMk cId="0" sldId="261"/>
            <ac:picMk id="23" creationId="{2C7E3ED5-7EAC-7280-04CA-A73690BFE83F}"/>
          </ac:picMkLst>
        </pc:picChg>
        <pc:picChg chg="add mod modCrop">
          <ac:chgData name="Andreas Crona" userId="7db3ca11c123b93d" providerId="Windows Live" clId="Web-{395B1426-6E55-BD1D-5D87-38E8F1B40A08}" dt="2026-05-08T17:15:37.625" v="60"/>
          <ac:picMkLst>
            <pc:docMk/>
            <pc:sldMk cId="0" sldId="261"/>
            <ac:picMk id="24" creationId="{62D96A02-0FD5-4CFA-01D0-0684AF6492C9}"/>
          </ac:picMkLst>
        </pc:picChg>
      </pc:sldChg>
      <pc:sldChg chg="addSp delSp modSp">
        <pc:chgData name="Andreas Crona" userId="7db3ca11c123b93d" providerId="Windows Live" clId="Web-{395B1426-6E55-BD1D-5D87-38E8F1B40A08}" dt="2026-05-08T17:24:05.198" v="169" actId="20577"/>
        <pc:sldMkLst>
          <pc:docMk/>
          <pc:sldMk cId="0" sldId="262"/>
        </pc:sldMkLst>
        <pc:spChg chg="mod">
          <ac:chgData name="Andreas Crona" userId="7db3ca11c123b93d" providerId="Windows Live" clId="Web-{395B1426-6E55-BD1D-5D87-38E8F1B40A08}" dt="2026-05-08T17:24:04.901" v="15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4.932" v="158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4.963" v="159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4.979" v="160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010" v="161" actId="20577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041" v="162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073" v="163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088" v="164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120" v="165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135" v="166" actId="2057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151" v="167" actId="20577"/>
          <ac:spMkLst>
            <pc:docMk/>
            <pc:sldMk cId="0" sldId="262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182" v="168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05.198" v="169" actId="20577"/>
          <ac:spMkLst>
            <pc:docMk/>
            <pc:sldMk cId="0" sldId="262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16:53.034" v="68"/>
          <ac:picMkLst>
            <pc:docMk/>
            <pc:sldMk cId="0" sldId="262"/>
            <ac:picMk id="23" creationId="{B4E7A5E7-4232-8B98-3E01-5E260F7A3872}"/>
          </ac:picMkLst>
        </pc:picChg>
        <pc:picChg chg="add mod modCrop">
          <ac:chgData name="Andreas Crona" userId="7db3ca11c123b93d" providerId="Windows Live" clId="Web-{395B1426-6E55-BD1D-5D87-38E8F1B40A08}" dt="2026-05-08T17:16:50.221" v="67"/>
          <ac:picMkLst>
            <pc:docMk/>
            <pc:sldMk cId="0" sldId="262"/>
            <ac:picMk id="24" creationId="{181B055E-0529-6E5B-9270-8CDEDF9484AD}"/>
          </ac:picMkLst>
        </pc:picChg>
      </pc:sldChg>
      <pc:sldChg chg="addSp delSp modSp">
        <pc:chgData name="Andreas Crona" userId="7db3ca11c123b93d" providerId="Windows Live" clId="Web-{395B1426-6E55-BD1D-5D87-38E8F1B40A08}" dt="2026-05-08T17:24:13.760" v="182" actId="20577"/>
        <pc:sldMkLst>
          <pc:docMk/>
          <pc:sldMk cId="0" sldId="263"/>
        </pc:sldMkLst>
        <pc:spChg chg="mod">
          <ac:chgData name="Andreas Crona" userId="7db3ca11c123b93d" providerId="Windows Live" clId="Web-{395B1426-6E55-BD1D-5D87-38E8F1B40A08}" dt="2026-05-08T17:24:13.448" v="170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463" v="171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495" v="172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510" v="173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542" v="174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573" v="175" actId="20577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604" v="176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620" v="177" actId="20577"/>
          <ac:spMkLst>
            <pc:docMk/>
            <pc:sldMk cId="0" sldId="263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651" v="178" actId="2057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682" v="179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698" v="180" actId="20577"/>
          <ac:spMkLst>
            <pc:docMk/>
            <pc:sldMk cId="0" sldId="263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729" v="181" actId="20577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13.760" v="182" actId="20577"/>
          <ac:spMkLst>
            <pc:docMk/>
            <pc:sldMk cId="0" sldId="263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17:40.972" v="72"/>
          <ac:picMkLst>
            <pc:docMk/>
            <pc:sldMk cId="0" sldId="263"/>
            <ac:picMk id="23" creationId="{7B87569F-2B60-B524-DD2F-7129A7CF5BF1}"/>
          </ac:picMkLst>
        </pc:picChg>
        <pc:picChg chg="add mod modCrop">
          <ac:chgData name="Andreas Crona" userId="7db3ca11c123b93d" providerId="Windows Live" clId="Web-{395B1426-6E55-BD1D-5D87-38E8F1B40A08}" dt="2026-05-08T17:17:57.004" v="76"/>
          <ac:picMkLst>
            <pc:docMk/>
            <pc:sldMk cId="0" sldId="263"/>
            <ac:picMk id="24" creationId="{F94AD6B5-E37E-58B5-0BD1-F4CDF426E83E}"/>
          </ac:picMkLst>
        </pc:picChg>
      </pc:sldChg>
      <pc:sldChg chg="addSp delSp modSp">
        <pc:chgData name="Andreas Crona" userId="7db3ca11c123b93d" providerId="Windows Live" clId="Web-{395B1426-6E55-BD1D-5D87-38E8F1B40A08}" dt="2026-05-08T17:24:20.448" v="195" actId="20577"/>
        <pc:sldMkLst>
          <pc:docMk/>
          <pc:sldMk cId="0" sldId="264"/>
        </pc:sldMkLst>
        <pc:spChg chg="mod">
          <ac:chgData name="Andreas Crona" userId="7db3ca11c123b93d" providerId="Windows Live" clId="Web-{395B1426-6E55-BD1D-5D87-38E8F1B40A08}" dt="2026-05-08T17:24:20.151" v="183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167" v="184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198" v="185" actId="20577"/>
          <ac:spMkLst>
            <pc:docMk/>
            <pc:sldMk cId="0" sldId="264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214" v="186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245" v="187" actId="20577"/>
          <ac:spMkLst>
            <pc:docMk/>
            <pc:sldMk cId="0" sldId="264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276" v="188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307" v="189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323" v="190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354" v="191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370" v="192" actId="20577"/>
          <ac:spMkLst>
            <pc:docMk/>
            <pc:sldMk cId="0" sldId="264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401" v="193" actId="20577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417" v="194" actId="2057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0.448" v="195" actId="20577"/>
          <ac:spMkLst>
            <pc:docMk/>
            <pc:sldMk cId="0" sldId="264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18:46.989" v="80"/>
          <ac:picMkLst>
            <pc:docMk/>
            <pc:sldMk cId="0" sldId="264"/>
            <ac:picMk id="23" creationId="{309B9E31-6399-BF1C-AF47-8B3C51BFB175}"/>
          </ac:picMkLst>
        </pc:picChg>
        <pc:picChg chg="add mod modCrop">
          <ac:chgData name="Andreas Crona" userId="7db3ca11c123b93d" providerId="Windows Live" clId="Web-{395B1426-6E55-BD1D-5D87-38E8F1B40A08}" dt="2026-05-08T17:19:04.646" v="84"/>
          <ac:picMkLst>
            <pc:docMk/>
            <pc:sldMk cId="0" sldId="264"/>
            <ac:picMk id="24" creationId="{FD1C26D6-1D8C-B38F-62EF-010850D658B5}"/>
          </ac:picMkLst>
        </pc:picChg>
      </pc:sldChg>
      <pc:sldChg chg="addSp delSp modSp">
        <pc:chgData name="Andreas Crona" userId="7db3ca11c123b93d" providerId="Windows Live" clId="Web-{395B1426-6E55-BD1D-5D87-38E8F1B40A08}" dt="2026-05-08T17:25:19.824" v="218" actId="20577"/>
        <pc:sldMkLst>
          <pc:docMk/>
          <pc:sldMk cId="0" sldId="265"/>
        </pc:sldMkLst>
        <pc:spChg chg="mod">
          <ac:chgData name="Andreas Crona" userId="7db3ca11c123b93d" providerId="Windows Live" clId="Web-{395B1426-6E55-BD1D-5D87-38E8F1B40A08}" dt="2026-05-08T17:24:27.635" v="196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651" v="197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682" v="198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5:19.824" v="21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745" v="200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776" v="201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807" v="202" actId="20577"/>
          <ac:spMkLst>
            <pc:docMk/>
            <pc:sldMk cId="0" sldId="265"/>
            <ac:spMk id="1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839" v="203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854" v="204" actId="2057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885" v="205" actId="20577"/>
          <ac:spMkLst>
            <pc:docMk/>
            <pc:sldMk cId="0" sldId="265"/>
            <ac:spMk id="1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901" v="206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932" v="207" actId="20577"/>
          <ac:spMkLst>
            <pc:docMk/>
            <pc:sldMk cId="0" sldId="265"/>
            <ac:spMk id="2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27.964" v="208" actId="20577"/>
          <ac:spMkLst>
            <pc:docMk/>
            <pc:sldMk cId="0" sldId="265"/>
            <ac:spMk id="22" creationId="{00000000-0000-0000-0000-000000000000}"/>
          </ac:spMkLst>
        </pc:spChg>
        <pc:picChg chg="add del mod">
          <ac:chgData name="Andreas Crona" userId="7db3ca11c123b93d" providerId="Windows Live" clId="Web-{395B1426-6E55-BD1D-5D87-38E8F1B40A08}" dt="2026-05-08T17:20:07.772" v="86"/>
          <ac:picMkLst>
            <pc:docMk/>
            <pc:sldMk cId="0" sldId="265"/>
            <ac:picMk id="23" creationId="{9629100F-0D25-B146-1CE9-CC135867A7FE}"/>
          </ac:picMkLst>
        </pc:picChg>
        <pc:picChg chg="add mod modCrop">
          <ac:chgData name="Andreas Crona" userId="7db3ca11c123b93d" providerId="Windows Live" clId="Web-{395B1426-6E55-BD1D-5D87-38E8F1B40A08}" dt="2026-05-08T17:20:59.929" v="93"/>
          <ac:picMkLst>
            <pc:docMk/>
            <pc:sldMk cId="0" sldId="265"/>
            <ac:picMk id="24" creationId="{0445DFA8-25CE-C5D7-B681-594AD3592106}"/>
          </ac:picMkLst>
        </pc:picChg>
      </pc:sldChg>
      <pc:sldChg chg="modSp">
        <pc:chgData name="Andreas Crona" userId="7db3ca11c123b93d" providerId="Windows Live" clId="Web-{395B1426-6E55-BD1D-5D87-38E8F1B40A08}" dt="2026-05-08T17:24:44.417" v="217" actId="20577"/>
        <pc:sldMkLst>
          <pc:docMk/>
          <pc:sldMk cId="0" sldId="266"/>
        </pc:sldMkLst>
        <pc:spChg chg="mod">
          <ac:chgData name="Andreas Crona" userId="7db3ca11c123b93d" providerId="Windows Live" clId="Web-{395B1426-6E55-BD1D-5D87-38E8F1B40A08}" dt="2026-05-08T17:24:37.698" v="209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44.417" v="217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37.761" v="211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37.792" v="212" actId="20577"/>
          <ac:spMkLst>
            <pc:docMk/>
            <pc:sldMk cId="0" sldId="266"/>
            <ac:spMk id="6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37.807" v="213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37.839" v="214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37.870" v="215" actId="2057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ndreas Crona" userId="7db3ca11c123b93d" providerId="Windows Live" clId="Web-{395B1426-6E55-BD1D-5D87-38E8F1B40A08}" dt="2026-05-08T17:24:37.901" v="216" actId="20577"/>
          <ac:spMkLst>
            <pc:docMk/>
            <pc:sldMk cId="0" sldId="266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352A9E-5603-46DC-A92C-06E4B620F4FE}" type="datetimeFigureOut">
              <a:t>2026-05-08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82C56-DC86-40B7-9E3C-4DC460AC0CC5}" type="slidenum"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9555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26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Montpellier</a:t>
            </a:r>
            <a:endParaRPr lang="sv-SE" sz="88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000" i="1">
                <a:solidFill>
                  <a:srgbClr val="FBF7F0"/>
                </a:solidFill>
                <a:latin typeface="Georgia"/>
                <a:ea typeface="Georgia" pitchFamily="34" charset="-122"/>
                <a:cs typeface="Georgia" pitchFamily="34" charset="-120"/>
              </a:rPr>
              <a:t>Hemmaprogram för dagar utan bil</a:t>
            </a:r>
            <a:endParaRPr lang="sv-SE" sz="3000">
              <a:latin typeface="Georgia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4023360"/>
            <a:ext cx="5029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2062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10–24 juli 2026</a:t>
            </a:r>
            <a:endParaRPr lang="sv-SE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sv-SE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 Rue Nicolas Copernic, Hôpitaux-Facultés</a:t>
            </a:r>
            <a:endParaRPr lang="sv-SE" sz="18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sv-SE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 William &amp; Anna · Leja · Leo</a:t>
            </a:r>
            <a:endParaRPr lang="sv-SE" sz="18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i="1">
                <a:solidFill>
                  <a:srgbClr val="FBF7F0"/>
                </a:solidFill>
                <a:latin typeface="Calibri"/>
                <a:ea typeface="Calibri"/>
                <a:cs typeface="Calibri"/>
              </a:rPr>
              <a:t>Allt nås utan bil, till fots eller med tram linje 1 från Hôpitaux-Facultés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C26B4D"/>
          </a:solidFill>
          <a:ln w="12700">
            <a:solidFill>
              <a:srgbClr val="C26B4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#01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C26B4D"/>
                </a:solidFill>
                <a:latin typeface="Calibri"/>
                <a:ea typeface="Calibri"/>
                <a:cs typeface="Calibri"/>
              </a:rPr>
              <a:t>STADSHJÄRTAT  ·  ÉCUSSON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Place de la Comédie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Montpelliers oerhört levande huvudtorg, även kallat 'L'Œuf' efter sin äggform. Gatumusiker, fontänen Trois Grâces, terrasser i alla riktningar och Operahuset. Bra utgångspunkt för att vandra in i gamla stan.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1, hpl Comédie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Halv- till heldag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Gratis (tram ~1,80 €)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C26B4D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Gå tram 1 från Hôpitaux-Facultés direkt till Comédie, ca 20 min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Köp en T+ bilettjocke (10 resor) på automaten eller en dagsbiljett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Glassen på Place Saint-Roch är värd en omväg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Place De La Comedie, Montpellier Editorial Stock Image - Image of ...">
            <a:extLst>
              <a:ext uri="{FF2B5EF4-FFF2-40B4-BE49-F238E27FC236}">
                <a16:creationId xmlns:a16="http://schemas.microsoft.com/office/drawing/2014/main" id="{8BCB262B-CEA6-D8F5-6D8E-5318528173B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926" t="75" r="18207" b="133"/>
          <a:stretch>
            <a:fillRect/>
          </a:stretch>
        </p:blipFill>
        <p:spPr>
          <a:xfrm>
            <a:off x="455674" y="456916"/>
            <a:ext cx="5308899" cy="59407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9C4F35"/>
          </a:solidFill>
          <a:ln w="12700">
            <a:solidFill>
              <a:srgbClr val="9C4F3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#02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9C4F35"/>
                </a:solidFill>
                <a:latin typeface="Calibri"/>
                <a:ea typeface="Calibri"/>
                <a:cs typeface="Calibri"/>
              </a:rPr>
              <a:t>MEDELTIDA GATOR  ·  ÉCUSSON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Vandring i Écusson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Écusson är gamla stans krångliga gränder, små torg, gömda inneborgar (hôtels particuliers) och oväntade caféer. Helt bilfritt. Perfekt att bara strosa, fika, och låta sig gå vilse.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 till Comédie, sedan till fots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2–4 timmar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Gratis (kaffe + croissant ~5 €)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9C4F35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Sikta in er på Place Saint-Roch och Place de la Canourgue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Rue de l'Aiguillerie &amp; Rue de l'Ancien Courrier är de finaste shoppinggatorna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Många gator är skuggiga, bra för heta eftermiddagar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Quartier de l'Écusson à Montpellier : le centre historique et piéton ...">
            <a:extLst>
              <a:ext uri="{FF2B5EF4-FFF2-40B4-BE49-F238E27FC236}">
                <a16:creationId xmlns:a16="http://schemas.microsoft.com/office/drawing/2014/main" id="{B641D832-FD68-FC60-382D-A0EE3D8F0A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095" t="14286" r="8510" b="8212"/>
          <a:stretch>
            <a:fillRect/>
          </a:stretch>
        </p:blipFill>
        <p:spPr>
          <a:xfrm>
            <a:off x="457398" y="455341"/>
            <a:ext cx="5302931" cy="59547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D4A23A"/>
          </a:solidFill>
          <a:ln w="12700">
            <a:solidFill>
              <a:srgbClr val="D4A23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#03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D4A23A"/>
                </a:solidFill>
                <a:latin typeface="Calibri"/>
                <a:ea typeface="Calibri"/>
                <a:cs typeface="Calibri"/>
              </a:rPr>
              <a:t>PARK  ·  PROMENAD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Promenade du Peyrou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En storslagen 1700-talsterrass med utsikt över staden, Saint-Clément-akvedukten och vid klart väder ända till Pyrenéerna. Triumfbåge i ena änden, antik vattenpaviljong i den andra. Lokalbefolkningens favoritplats vid solnedgång.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 till Comédie + 10 min till fots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1–2 timmar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Helt gratis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D4A23A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Tisdag- och lördagsmorgnar: ekologisk marknad under akvedukten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Ta med picknick, stora gräsplaner att slå sig ner på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Solnedgång härifrån är värd att sikta på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Statue equestre de Louis XIV roi de France et kiosque au Parc du Peyrou ...">
            <a:extLst>
              <a:ext uri="{FF2B5EF4-FFF2-40B4-BE49-F238E27FC236}">
                <a16:creationId xmlns:a16="http://schemas.microsoft.com/office/drawing/2014/main" id="{8C810C80-4D65-E765-EFFF-D2D225186BE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4655" t="-782" r="14660" b="626"/>
          <a:stretch>
            <a:fillRect/>
          </a:stretch>
        </p:blipFill>
        <p:spPr>
          <a:xfrm>
            <a:off x="455341" y="458362"/>
            <a:ext cx="5306549" cy="59412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7A9471"/>
          </a:solidFill>
          <a:ln w="12700">
            <a:solidFill>
              <a:srgbClr val="7A947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#04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7A9471"/>
                </a:solidFill>
                <a:latin typeface="Calibri"/>
                <a:ea typeface="Calibri"/>
                <a:cs typeface="Calibri"/>
              </a:rPr>
              <a:t>BOTANIK  ·  STILLHET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Jardin des Plantes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Frankrikes äldsta botaniska trädgård, grundad 1593 och kopplad till universitetets medicinska fakultet. Skuggiga alléer, stora träd, dammar och 2 600 växtarter. En lugn oas mitt i staden, och helt gratis.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 till Place Albert 1er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1–3 timmar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Gratis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7A9471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Stänger lunchtid under sommaren, kolla öppettider innan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Kombinera med Peyrou som ligger 5 min bort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Bra ställe att ta med en bok och bara hänga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Le jardin des plantes de Montpellier et ses plantes médicinales">
            <a:extLst>
              <a:ext uri="{FF2B5EF4-FFF2-40B4-BE49-F238E27FC236}">
                <a16:creationId xmlns:a16="http://schemas.microsoft.com/office/drawing/2014/main" id="{3DCF4047-2797-910A-0E23-B5327428F94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895" t="782" r="25891" b="-939"/>
          <a:stretch>
            <a:fillRect/>
          </a:stretch>
        </p:blipFill>
        <p:spPr>
          <a:xfrm>
            <a:off x="457438" y="456852"/>
            <a:ext cx="5304539" cy="59536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#05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MAT  ·  MARKNAD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sv-SE" sz="3800" b="1">
                <a:solidFill>
                  <a:srgbClr val="1A2E3B"/>
                </a:solidFill>
                <a:latin typeface="Georgia"/>
              </a:rPr>
              <a:t>Halles Castellane</a:t>
            </a:r>
            <a:endParaRPr lang="sv-SE" sz="3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Klassisk fransk täckt saluhall från 1855 med ostbutiker, charkuterier, fiskdiskar, frukt, blommor, och små bardiskar där man kan äta lunch direkt på plats med ett glas vin. Mycket lokalt liv.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 till Comédie + 5 min till fots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1–2 timmar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Lunch ~12–18 €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B85042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Öppet morgon till tidig eftermiddag, kommer dit före kl 13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Stäng på måndagar, välj annan dag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Köp med er ostar och pâté hem till middag</a:t>
            </a:r>
          </a:p>
        </p:txBody>
      </p:sp>
      <p:pic>
        <p:nvPicPr>
          <p:cNvPr id="24" name="Bildobjekt 23" descr="En bild som visar marknad, Handel, Försäljning, Detaljhandel&#10;&#10;AI-genererat innehåll kan vara felaktigt.">
            <a:extLst>
              <a:ext uri="{FF2B5EF4-FFF2-40B4-BE49-F238E27FC236}">
                <a16:creationId xmlns:a16="http://schemas.microsoft.com/office/drawing/2014/main" id="{62D96A02-0FD5-4CFA-01D0-0684AF6492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575" t="-616" r="31781" b="290"/>
          <a:stretch>
            <a:fillRect/>
          </a:stretch>
        </p:blipFill>
        <p:spPr>
          <a:xfrm>
            <a:off x="458809" y="457200"/>
            <a:ext cx="5297008" cy="59543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2E7793"/>
          </a:solidFill>
          <a:ln w="12700">
            <a:solidFill>
              <a:srgbClr val="2E779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#06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2E7793"/>
                </a:solidFill>
                <a:latin typeface="Calibri"/>
                <a:ea typeface="Calibri"/>
                <a:cs typeface="Calibri"/>
              </a:rPr>
              <a:t>MODERN ARKITEKTUR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Antigone-distriktet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Spanjoren Ricardo Bofills postmoderna mästerverk från 80-talet, gigantiska neoklassiska kvarter i pastellfärger som leder ner till floden Lez. Helt annorlunda mot Écusson. Lärorikt och fotogeniskt.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 till Antigone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1–2 timmar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Gratis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2E7793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Promenera ända ner till Lez-floden och bron 'Pont Juvénal'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Stora öppna torg, bäst tidigt eller sent på dagen pga värmen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Kan kombineras med simhall Olympic Antigone om man vill bada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Antigone | Montpellier Tourisme">
            <a:extLst>
              <a:ext uri="{FF2B5EF4-FFF2-40B4-BE49-F238E27FC236}">
                <a16:creationId xmlns:a16="http://schemas.microsoft.com/office/drawing/2014/main" id="{181B055E-0529-6E5B-9270-8CDEDF9484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7912" t="787" r="37623" b="-931"/>
          <a:stretch>
            <a:fillRect/>
          </a:stretch>
        </p:blipFill>
        <p:spPr>
          <a:xfrm>
            <a:off x="456127" y="457200"/>
            <a:ext cx="5301858" cy="59489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#07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KONST  ·  INOMHUS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Musée Fabre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Ett av Frankrikes främsta konstmuseum utanför Paris. Stark samling: Courbet, Delacroix, Bazille, Soulages. Bra reträtt en regnig eller stekhet eftermiddag, bygganden själv är air-conditionerad och lugn.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1 till Comédie + 3 min till fots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2–3 timmar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~9 € (under 26 år ofta gratis)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EU-medborgare under 26 år har gratis inträde, ta med ID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Stäng på måndagar, välj annan dag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Café Le Restaurant inne på muséet är riktigt bra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The Fabre Museum | Montpellier Tourism">
            <a:extLst>
              <a:ext uri="{FF2B5EF4-FFF2-40B4-BE49-F238E27FC236}">
                <a16:creationId xmlns:a16="http://schemas.microsoft.com/office/drawing/2014/main" id="{F94AD6B5-E37E-58B5-0BD1-F4CDF426E83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619" t="-72" r="36024" b="72"/>
          <a:stretch>
            <a:fillRect/>
          </a:stretch>
        </p:blipFill>
        <p:spPr>
          <a:xfrm>
            <a:off x="457200" y="457200"/>
            <a:ext cx="5301817" cy="59350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2E7793"/>
          </a:solidFill>
          <a:ln w="12700">
            <a:solidFill>
              <a:srgbClr val="2E779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#08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2E7793"/>
                </a:solidFill>
                <a:latin typeface="Calibri"/>
                <a:ea typeface="Calibri"/>
                <a:cs typeface="Calibri"/>
              </a:rPr>
              <a:t>STRANDDAG  ·  UTAN BIL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Palavas-les-Flots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Långa sandstränder vid Medelhavet, helt nåbara från Montpellier utan bil. Lite kitschig kuststad med restauranger, glasstånd och fiskebåtar. Perfekt för en heldag eller eftermiddag i havet.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3 till Pérols + buss 131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Heldag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Resa ~3,40 € t/r, strand gratis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2E7793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Buss 131 går från Pérols Centre direkt till Palavas-stranden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Eller hyr cyklar och cykla längs cykelvägen, ca 10 km från staden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Ta med solskydd, parasoll och vatten, det finns lite skugga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pic>
        <p:nvPicPr>
          <p:cNvPr id="24" name="Bildobjekt 23" descr="Palavas-les-Flots hotel directory - KAYAK">
            <a:extLst>
              <a:ext uri="{FF2B5EF4-FFF2-40B4-BE49-F238E27FC236}">
                <a16:creationId xmlns:a16="http://schemas.microsoft.com/office/drawing/2014/main" id="{FD1C26D6-1D8C-B38F-62EF-010850D658B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5595" t="120" r="27393" b="61"/>
          <a:stretch>
            <a:fillRect/>
          </a:stretch>
        </p:blipFill>
        <p:spPr>
          <a:xfrm>
            <a:off x="456126" y="457200"/>
            <a:ext cx="5302892" cy="59256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303520" cy="5943600"/>
          </a:xfrm>
          <a:prstGeom prst="rect">
            <a:avLst/>
          </a:prstGeom>
          <a:solidFill>
            <a:srgbClr val="7A9471"/>
          </a:solidFill>
          <a:ln w="12700">
            <a:solidFill>
              <a:srgbClr val="7A9471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10312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40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 kern="0" spc="400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#09</a:t>
            </a:r>
            <a:endParaRPr lang="sv-SE" sz="1600">
              <a:latin typeface="Georgia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6126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900" kern="0" spc="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BYT GÄRNA UT MOT FOTO</a:t>
            </a:r>
            <a:endParaRPr lang="sv-SE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61264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200" b="1" kern="0" spc="400">
                <a:solidFill>
                  <a:srgbClr val="7A9471"/>
                </a:solidFill>
                <a:latin typeface="Calibri"/>
                <a:ea typeface="Calibri"/>
                <a:cs typeface="Calibri"/>
              </a:rPr>
              <a:t>INSJÖBAD  ·  LUGNT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Text 4"/>
          <p:cNvSpPr/>
          <p:nvPr/>
        </p:nvSpPr>
        <p:spPr>
          <a:xfrm>
            <a:off x="6126480" y="91440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3800" b="1">
                <a:solidFill>
                  <a:srgbClr val="1A2E3B"/>
                </a:solidFill>
                <a:latin typeface="Georgia"/>
                <a:ea typeface="Georgia" pitchFamily="34" charset="-122"/>
                <a:cs typeface="Georgia" pitchFamily="34" charset="-120"/>
              </a:rPr>
              <a:t>Lac du Crès</a:t>
            </a:r>
            <a:endParaRPr lang="sv-SE" sz="3800">
              <a:latin typeface="Georgia"/>
              <a:ea typeface="Calibri"/>
              <a:cs typeface="Calibri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26480" y="22860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sv-SE" sz="14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Insjö 15 min från centrum med gräsplaner, träd för skugga, gångstråk runt sjön och badzon på sommaren med livräddare. Mer lugn och familjeaktig än Palavas, utan saltvatten och utan blåsten.</a:t>
            </a:r>
            <a:endParaRPr lang="sv-SE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26480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TA SIG DIT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629400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Tram 2 till Notre Dame de Sablassou + 15 min gång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8074152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1312" y="3931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77072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TIDSÅTGÅNG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8577072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Halvdag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10021824" y="3794760"/>
            <a:ext cx="1783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984" y="393192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524744" y="3886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800" b="1" kern="0" spc="200">
                <a:solidFill>
                  <a:srgbClr val="5C6B73"/>
                </a:solidFill>
                <a:latin typeface="Calibri"/>
                <a:ea typeface="Calibri"/>
                <a:cs typeface="Calibri"/>
              </a:rPr>
              <a:t>KOSTNAD</a:t>
            </a:r>
            <a:endParaRPr lang="sv-SE" sz="800">
              <a:latin typeface="Calibri"/>
              <a:ea typeface="Calibri"/>
              <a:cs typeface="Calibri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24744" y="41148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100" b="1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Gratis</a:t>
            </a:r>
            <a:endParaRPr lang="sv-SE" sz="1100">
              <a:latin typeface="Calibri"/>
              <a:ea typeface="Calibri"/>
              <a:cs typeface="Calibri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126480" y="4800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000" b="1" kern="0" spc="400">
                <a:solidFill>
                  <a:srgbClr val="7A9471"/>
                </a:solidFill>
                <a:latin typeface="Calibri"/>
                <a:ea typeface="Calibri"/>
                <a:cs typeface="Calibri"/>
              </a:rPr>
              <a:t>PRAKTISKA TIPS</a:t>
            </a:r>
            <a:endParaRPr lang="sv-SE" sz="1000">
              <a:latin typeface="Calibri"/>
              <a:ea typeface="Calibri"/>
              <a:cs typeface="Calibri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6126480" y="50749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Tar man cyklar går det mycket fortare från slutet av tramlinjen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Ta med picknick, det finns fina platser i skuggan vid stranden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sv-SE" sz="1200">
                <a:solidFill>
                  <a:srgbClr val="1A2E3B"/>
                </a:solidFill>
                <a:latin typeface="Calibri"/>
                <a:ea typeface="Calibri"/>
                <a:cs typeface="Calibri"/>
              </a:rPr>
              <a:t>Trevlig löprunda runt sjön (~3 km)</a:t>
            </a:r>
          </a:p>
        </p:txBody>
      </p:sp>
      <p:pic>
        <p:nvPicPr>
          <p:cNvPr id="24" name="Bildobjekt 23" descr="Surveillance au Lac du Crès – Agir pour le Crès">
            <a:extLst>
              <a:ext uri="{FF2B5EF4-FFF2-40B4-BE49-F238E27FC236}">
                <a16:creationId xmlns:a16="http://schemas.microsoft.com/office/drawing/2014/main" id="{0445DFA8-25CE-C5D7-B681-594AD359210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8286" t="661" r="34657" b="-481"/>
          <a:stretch>
            <a:fillRect/>
          </a:stretch>
        </p:blipFill>
        <p:spPr>
          <a:xfrm>
            <a:off x="456127" y="457200"/>
            <a:ext cx="5302884" cy="592564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44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Praktiskt</a:t>
            </a:r>
            <a:endParaRPr lang="sv-SE" sz="4400">
              <a:latin typeface="Georgia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600" i="1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Allt det här går att göra utan bil</a:t>
            </a:r>
            <a:endParaRPr lang="sv-SE" sz="1600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657600" cy="3840480"/>
          </a:xfrm>
          <a:prstGeom prst="rect">
            <a:avLst/>
          </a:prstGeom>
          <a:solidFill>
            <a:srgbClr val="2A4150"/>
          </a:solidFill>
          <a:ln w="12700">
            <a:solidFill>
              <a:srgbClr val="2A41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200" b="1">
                <a:solidFill>
                  <a:srgbClr val="D4A23A"/>
                </a:solidFill>
                <a:latin typeface="Georgia"/>
                <a:ea typeface="Georgia" pitchFamily="34" charset="-122"/>
                <a:cs typeface="Georgia" pitchFamily="34" charset="-120"/>
              </a:rPr>
              <a:t>Tram &amp; buss</a:t>
            </a:r>
            <a:endParaRPr lang="sv-SE" sz="2200">
              <a:latin typeface="Georgia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Tram linje 1 går direkt från Hôpitaux-Facultés in till centrum (~20 min).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Enkelbiljett ~1,80 €, 10-pack ~13 €, dagsbiljett ~4 €.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App: TaM Voyage, köp och visa biljett i mobilen.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80560" y="2377440"/>
            <a:ext cx="3657600" cy="3840480"/>
          </a:xfrm>
          <a:prstGeom prst="rect">
            <a:avLst/>
          </a:prstGeom>
          <a:solidFill>
            <a:srgbClr val="2A4150"/>
          </a:solidFill>
          <a:ln w="12700">
            <a:solidFill>
              <a:srgbClr val="2A41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200" b="1">
                <a:solidFill>
                  <a:srgbClr val="D4A23A"/>
                </a:solidFill>
                <a:latin typeface="Georgia"/>
                <a:ea typeface="Georgia" pitchFamily="34" charset="-122"/>
                <a:cs typeface="Georgia" pitchFamily="34" charset="-120"/>
              </a:rPr>
              <a:t>Cyklar</a:t>
            </a:r>
            <a:endParaRPr lang="sv-SE" sz="2200">
              <a:latin typeface="Georgia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32918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Vélomagg är stadens uthyrningssystem, abonnemang för 7 dagar är billigt.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Bra för Antigone, Lez-floden och hela vägen ut till Palavas-stranden.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Cykelväg längs Lez ner till havet (~10 km, mest platt).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321040" y="2377440"/>
            <a:ext cx="3657600" cy="3840480"/>
          </a:xfrm>
          <a:prstGeom prst="rect">
            <a:avLst/>
          </a:prstGeom>
          <a:solidFill>
            <a:srgbClr val="2A4150"/>
          </a:solidFill>
          <a:ln w="12700">
            <a:solidFill>
              <a:srgbClr val="2A41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2200" b="1">
                <a:solidFill>
                  <a:srgbClr val="D4A23A"/>
                </a:solidFill>
                <a:latin typeface="Georgia"/>
                <a:ea typeface="Georgia" pitchFamily="34" charset="-122"/>
                <a:cs typeface="Georgia" pitchFamily="34" charset="-120"/>
              </a:rPr>
              <a:t>Värme &amp; timing</a:t>
            </a:r>
            <a:endParaRPr lang="sv-SE" sz="2200">
              <a:latin typeface="Georgia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595360" y="329184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Juli i Montpellier: räkna med 30–35°. Planera utflykter på morgon eller efter kl 17.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Mitt på dagen: museum, halles, eller hemmapool.</a:t>
            </a:r>
            <a:endParaRPr lang="sv-SE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sv-SE" sz="1200">
                <a:solidFill>
                  <a:srgbClr val="E8DFD0"/>
                </a:solidFill>
                <a:latin typeface="Calibri"/>
                <a:ea typeface="Calibri"/>
                <a:cs typeface="Calibri"/>
              </a:rPr>
              <a:t>Vatten alltid med, det finns offentliga vattenposter på de flesta torg.</a:t>
            </a:r>
            <a:endParaRPr lang="sv-SE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Bredbild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Bildrubriker</vt:lpstr>
      </vt:variant>
      <vt:variant>
        <vt:i4>11</vt:i4>
      </vt:variant>
    </vt:vector>
  </HeadingPairs>
  <TitlesOfParts>
    <vt:vector size="12" baseType="lpstr"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Montpellier – hemmaprogram för barnen</dc:title>
  <dc:subject>PptxGenJS Presentation</dc:subject>
  <dc:creator>Andreas</dc:creator>
  <cp:lastModifiedBy>Andreas</cp:lastModifiedBy>
  <cp:revision>75</cp:revision>
  <dcterms:created xsi:type="dcterms:W3CDTF">2026-05-06T14:09:33Z</dcterms:created>
  <dcterms:modified xsi:type="dcterms:W3CDTF">2026-05-08T17:25:20Z</dcterms:modified>
</cp:coreProperties>
</file>