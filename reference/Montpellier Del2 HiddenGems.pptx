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B843B1-580D-D2C7-85CF-85550445DB39}" v="407" dt="2026-05-08T18:11:49.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s Crona" userId="7db3ca11c123b93d" providerId="Windows Live" clId="Web-{46B843B1-580D-D2C7-85CF-85550445DB39}"/>
    <pc:docChg chg="addSld delSld modSld">
      <pc:chgData name="Andreas Crona" userId="7db3ca11c123b93d" providerId="Windows Live" clId="Web-{46B843B1-580D-D2C7-85CF-85550445DB39}" dt="2026-05-08T18:11:49.404" v="394" actId="20577"/>
      <pc:docMkLst>
        <pc:docMk/>
      </pc:docMkLst>
      <pc:sldChg chg="modSp">
        <pc:chgData name="Andreas Crona" userId="7db3ca11c123b93d" providerId="Windows Live" clId="Web-{46B843B1-580D-D2C7-85CF-85550445DB39}" dt="2026-05-08T17:25:49.713" v="3" actId="20577"/>
        <pc:sldMkLst>
          <pc:docMk/>
          <pc:sldMk cId="0" sldId="256"/>
        </pc:sldMkLst>
        <pc:spChg chg="mod">
          <ac:chgData name="Andreas Crona" userId="7db3ca11c123b93d" providerId="Windows Live" clId="Web-{46B843B1-580D-D2C7-85CF-85550445DB39}" dt="2026-05-08T17:25:49.713" v="3" actId="20577"/>
          <ac:spMkLst>
            <pc:docMk/>
            <pc:sldMk cId="0" sldId="256"/>
            <ac:spMk id="6" creationId="{00000000-0000-0000-0000-000000000000}"/>
          </ac:spMkLst>
        </pc:spChg>
      </pc:sldChg>
      <pc:sldChg chg="addSp delSp modSp">
        <pc:chgData name="Andreas Crona" userId="7db3ca11c123b93d" providerId="Windows Live" clId="Web-{46B843B1-580D-D2C7-85CF-85550445DB39}" dt="2026-05-08T17:27:11.215" v="10"/>
        <pc:sldMkLst>
          <pc:docMk/>
          <pc:sldMk cId="0" sldId="258"/>
        </pc:sldMkLst>
        <pc:picChg chg="add del mod">
          <ac:chgData name="Andreas Crona" userId="7db3ca11c123b93d" providerId="Windows Live" clId="Web-{46B843B1-580D-D2C7-85CF-85550445DB39}" dt="2026-05-08T17:26:56.699" v="7"/>
          <ac:picMkLst>
            <pc:docMk/>
            <pc:sldMk cId="0" sldId="258"/>
            <ac:picMk id="23" creationId="{DE67CB71-D19B-8B2A-86A0-6D6318540B6F}"/>
          </ac:picMkLst>
        </pc:picChg>
        <pc:picChg chg="add mod modCrop">
          <ac:chgData name="Andreas Crona" userId="7db3ca11c123b93d" providerId="Windows Live" clId="Web-{46B843B1-580D-D2C7-85CF-85550445DB39}" dt="2026-05-08T17:27:11.215" v="10"/>
          <ac:picMkLst>
            <pc:docMk/>
            <pc:sldMk cId="0" sldId="258"/>
            <ac:picMk id="24" creationId="{248B8D29-5A7E-A59C-134E-7B7C4065985A}"/>
          </ac:picMkLst>
        </pc:picChg>
      </pc:sldChg>
      <pc:sldChg chg="addSp modSp">
        <pc:chgData name="Andreas Crona" userId="7db3ca11c123b93d" providerId="Windows Live" clId="Web-{46B843B1-580D-D2C7-85CF-85550445DB39}" dt="2026-05-08T17:28:43.998" v="15"/>
        <pc:sldMkLst>
          <pc:docMk/>
          <pc:sldMk cId="0" sldId="259"/>
        </pc:sldMkLst>
        <pc:picChg chg="add mod modCrop">
          <ac:chgData name="Andreas Crona" userId="7db3ca11c123b93d" providerId="Windows Live" clId="Web-{46B843B1-580D-D2C7-85CF-85550445DB39}" dt="2026-05-08T17:28:43.998" v="15"/>
          <ac:picMkLst>
            <pc:docMk/>
            <pc:sldMk cId="0" sldId="259"/>
            <ac:picMk id="23" creationId="{66471BD3-B9C6-1AAD-8F34-2F68C4FE796A}"/>
          </ac:picMkLst>
        </pc:picChg>
      </pc:sldChg>
      <pc:sldChg chg="addSp modSp">
        <pc:chgData name="Andreas Crona" userId="7db3ca11c123b93d" providerId="Windows Live" clId="Web-{46B843B1-580D-D2C7-85CF-85550445DB39}" dt="2026-05-08T17:31:17.345" v="22"/>
        <pc:sldMkLst>
          <pc:docMk/>
          <pc:sldMk cId="0" sldId="260"/>
        </pc:sldMkLst>
        <pc:picChg chg="add mod modCrop">
          <ac:chgData name="Andreas Crona" userId="7db3ca11c123b93d" providerId="Windows Live" clId="Web-{46B843B1-580D-D2C7-85CF-85550445DB39}" dt="2026-05-08T17:31:17.345" v="22"/>
          <ac:picMkLst>
            <pc:docMk/>
            <pc:sldMk cId="0" sldId="260"/>
            <ac:picMk id="23" creationId="{D705EEBB-D2D0-D0B8-4B48-BB486F5D688F}"/>
          </ac:picMkLst>
        </pc:picChg>
      </pc:sldChg>
      <pc:sldChg chg="addSp delSp modSp">
        <pc:chgData name="Andreas Crona" userId="7db3ca11c123b93d" providerId="Windows Live" clId="Web-{46B843B1-580D-D2C7-85CF-85550445DB39}" dt="2026-05-08T17:32:21.143" v="31"/>
        <pc:sldMkLst>
          <pc:docMk/>
          <pc:sldMk cId="0" sldId="261"/>
        </pc:sldMkLst>
        <pc:picChg chg="add del mod">
          <ac:chgData name="Andreas Crona" userId="7db3ca11c123b93d" providerId="Windows Live" clId="Web-{46B843B1-580D-D2C7-85CF-85550445DB39}" dt="2026-05-08T17:32:03.267" v="26"/>
          <ac:picMkLst>
            <pc:docMk/>
            <pc:sldMk cId="0" sldId="261"/>
            <ac:picMk id="23" creationId="{D771EC26-645A-4F83-13F8-B60DD181C3ED}"/>
          </ac:picMkLst>
        </pc:picChg>
        <pc:picChg chg="add mod modCrop">
          <ac:chgData name="Andreas Crona" userId="7db3ca11c123b93d" providerId="Windows Live" clId="Web-{46B843B1-580D-D2C7-85CF-85550445DB39}" dt="2026-05-08T17:32:21.143" v="31"/>
          <ac:picMkLst>
            <pc:docMk/>
            <pc:sldMk cId="0" sldId="261"/>
            <ac:picMk id="24" creationId="{2DD13D42-636D-4D63-28CC-BA82AE1BE82C}"/>
          </ac:picMkLst>
        </pc:picChg>
      </pc:sldChg>
      <pc:sldChg chg="addSp delSp modSp">
        <pc:chgData name="Andreas Crona" userId="7db3ca11c123b93d" providerId="Windows Live" clId="Web-{46B843B1-580D-D2C7-85CF-85550445DB39}" dt="2026-05-08T17:35:31.395" v="40"/>
        <pc:sldMkLst>
          <pc:docMk/>
          <pc:sldMk cId="0" sldId="262"/>
        </pc:sldMkLst>
        <pc:picChg chg="add del mod">
          <ac:chgData name="Andreas Crona" userId="7db3ca11c123b93d" providerId="Windows Live" clId="Web-{46B843B1-580D-D2C7-85CF-85550445DB39}" dt="2026-05-08T17:33:14.799" v="33"/>
          <ac:picMkLst>
            <pc:docMk/>
            <pc:sldMk cId="0" sldId="262"/>
            <ac:picMk id="23" creationId="{29FF10C3-2C91-96C4-0FB4-E694CC0128E3}"/>
          </ac:picMkLst>
        </pc:picChg>
        <pc:picChg chg="add del mod">
          <ac:chgData name="Andreas Crona" userId="7db3ca11c123b93d" providerId="Windows Live" clId="Web-{46B843B1-580D-D2C7-85CF-85550445DB39}" dt="2026-05-08T17:34:49.691" v="35"/>
          <ac:picMkLst>
            <pc:docMk/>
            <pc:sldMk cId="0" sldId="262"/>
            <ac:picMk id="24" creationId="{34CFD546-CE61-78DB-7013-879987FE6A40}"/>
          </ac:picMkLst>
        </pc:picChg>
        <pc:picChg chg="add mod modCrop">
          <ac:chgData name="Andreas Crona" userId="7db3ca11c123b93d" providerId="Windows Live" clId="Web-{46B843B1-580D-D2C7-85CF-85550445DB39}" dt="2026-05-08T17:35:31.395" v="40"/>
          <ac:picMkLst>
            <pc:docMk/>
            <pc:sldMk cId="0" sldId="262"/>
            <ac:picMk id="25" creationId="{C87221F7-6DEB-BC47-3DF4-0E1FDEEAF0FA}"/>
          </ac:picMkLst>
        </pc:picChg>
      </pc:sldChg>
      <pc:sldChg chg="addSp delSp modSp">
        <pc:chgData name="Andreas Crona" userId="7db3ca11c123b93d" providerId="Windows Live" clId="Web-{46B843B1-580D-D2C7-85CF-85550445DB39}" dt="2026-05-08T17:36:52.224" v="52"/>
        <pc:sldMkLst>
          <pc:docMk/>
          <pc:sldMk cId="0" sldId="263"/>
        </pc:sldMkLst>
        <pc:picChg chg="add del mod">
          <ac:chgData name="Andreas Crona" userId="7db3ca11c123b93d" providerId="Windows Live" clId="Web-{46B843B1-580D-D2C7-85CF-85550445DB39}" dt="2026-05-08T17:36:08.692" v="42"/>
          <ac:picMkLst>
            <pc:docMk/>
            <pc:sldMk cId="0" sldId="263"/>
            <ac:picMk id="23" creationId="{016B3BAD-5253-F9BF-450E-AFA3D3C32CB0}"/>
          </ac:picMkLst>
        </pc:picChg>
        <pc:picChg chg="add del mod">
          <ac:chgData name="Andreas Crona" userId="7db3ca11c123b93d" providerId="Windows Live" clId="Web-{46B843B1-580D-D2C7-85CF-85550445DB39}" dt="2026-05-08T17:36:25.536" v="45"/>
          <ac:picMkLst>
            <pc:docMk/>
            <pc:sldMk cId="0" sldId="263"/>
            <ac:picMk id="24" creationId="{C95518F9-55D4-7B0E-8391-2BBD625EF6ED}"/>
          </ac:picMkLst>
        </pc:picChg>
        <pc:picChg chg="add mod modCrop">
          <ac:chgData name="Andreas Crona" userId="7db3ca11c123b93d" providerId="Windows Live" clId="Web-{46B843B1-580D-D2C7-85CF-85550445DB39}" dt="2026-05-08T17:36:52.224" v="52"/>
          <ac:picMkLst>
            <pc:docMk/>
            <pc:sldMk cId="0" sldId="263"/>
            <ac:picMk id="25" creationId="{B048C9A8-6494-586A-C291-6F1377E9BEA0}"/>
          </ac:picMkLst>
        </pc:picChg>
      </pc:sldChg>
      <pc:sldChg chg="addSp delSp modSp">
        <pc:chgData name="Andreas Crona" userId="7db3ca11c123b93d" providerId="Windows Live" clId="Web-{46B843B1-580D-D2C7-85CF-85550445DB39}" dt="2026-05-08T17:38:24.201" v="67"/>
        <pc:sldMkLst>
          <pc:docMk/>
          <pc:sldMk cId="0" sldId="265"/>
        </pc:sldMkLst>
        <pc:picChg chg="add del mod">
          <ac:chgData name="Andreas Crona" userId="7db3ca11c123b93d" providerId="Windows Live" clId="Web-{46B843B1-580D-D2C7-85CF-85550445DB39}" dt="2026-05-08T17:37:42.448" v="58"/>
          <ac:picMkLst>
            <pc:docMk/>
            <pc:sldMk cId="0" sldId="265"/>
            <ac:picMk id="23" creationId="{D37318A3-73D3-16EB-D33A-6632CF39ED2A}"/>
          </ac:picMkLst>
        </pc:picChg>
        <pc:picChg chg="add mod modCrop">
          <ac:chgData name="Andreas Crona" userId="7db3ca11c123b93d" providerId="Windows Live" clId="Web-{46B843B1-580D-D2C7-85CF-85550445DB39}" dt="2026-05-08T17:38:24.201" v="67"/>
          <ac:picMkLst>
            <pc:docMk/>
            <pc:sldMk cId="0" sldId="265"/>
            <ac:picMk id="24" creationId="{B19ADA0D-F298-9BF8-9122-DA5B3717E9F7}"/>
          </ac:picMkLst>
        </pc:picChg>
      </pc:sldChg>
      <pc:sldChg chg="addSp modSp">
        <pc:chgData name="Andreas Crona" userId="7db3ca11c123b93d" providerId="Windows Live" clId="Web-{46B843B1-580D-D2C7-85CF-85550445DB39}" dt="2026-05-08T17:39:26.299" v="73"/>
        <pc:sldMkLst>
          <pc:docMk/>
          <pc:sldMk cId="0" sldId="266"/>
        </pc:sldMkLst>
        <pc:picChg chg="add mod modCrop">
          <ac:chgData name="Andreas Crona" userId="7db3ca11c123b93d" providerId="Windows Live" clId="Web-{46B843B1-580D-D2C7-85CF-85550445DB39}" dt="2026-05-08T17:39:26.299" v="73"/>
          <ac:picMkLst>
            <pc:docMk/>
            <pc:sldMk cId="0" sldId="266"/>
            <ac:picMk id="23" creationId="{CA84EE44-0F6A-3746-859B-A580156DBF57}"/>
          </ac:picMkLst>
        </pc:picChg>
      </pc:sldChg>
      <pc:sldChg chg="addSp delSp modSp">
        <pc:chgData name="Andreas Crona" userId="7db3ca11c123b93d" providerId="Windows Live" clId="Web-{46B843B1-580D-D2C7-85CF-85550445DB39}" dt="2026-05-08T17:40:18.458" v="80"/>
        <pc:sldMkLst>
          <pc:docMk/>
          <pc:sldMk cId="0" sldId="267"/>
        </pc:sldMkLst>
        <pc:picChg chg="add del mod">
          <ac:chgData name="Andreas Crona" userId="7db3ca11c123b93d" providerId="Windows Live" clId="Web-{46B843B1-580D-D2C7-85CF-85550445DB39}" dt="2026-05-08T17:39:56.051" v="75"/>
          <ac:picMkLst>
            <pc:docMk/>
            <pc:sldMk cId="0" sldId="267"/>
            <ac:picMk id="23" creationId="{87CAA93D-CA22-C7D5-99E2-134A97FB793D}"/>
          </ac:picMkLst>
        </pc:picChg>
        <pc:picChg chg="add mod modCrop">
          <ac:chgData name="Andreas Crona" userId="7db3ca11c123b93d" providerId="Windows Live" clId="Web-{46B843B1-580D-D2C7-85CF-85550445DB39}" dt="2026-05-08T17:40:18.458" v="80"/>
          <ac:picMkLst>
            <pc:docMk/>
            <pc:sldMk cId="0" sldId="267"/>
            <ac:picMk id="24" creationId="{F6BAF1C4-65E2-B376-0F44-BB93BCB6472A}"/>
          </ac:picMkLst>
        </pc:picChg>
      </pc:sldChg>
      <pc:sldChg chg="addSp modSp">
        <pc:chgData name="Andreas Crona" userId="7db3ca11c123b93d" providerId="Windows Live" clId="Web-{46B843B1-580D-D2C7-85CF-85550445DB39}" dt="2026-05-08T17:42:18.713" v="85"/>
        <pc:sldMkLst>
          <pc:docMk/>
          <pc:sldMk cId="0" sldId="268"/>
        </pc:sldMkLst>
        <pc:picChg chg="add mod modCrop">
          <ac:chgData name="Andreas Crona" userId="7db3ca11c123b93d" providerId="Windows Live" clId="Web-{46B843B1-580D-D2C7-85CF-85550445DB39}" dt="2026-05-08T17:42:18.713" v="85"/>
          <ac:picMkLst>
            <pc:docMk/>
            <pc:sldMk cId="0" sldId="268"/>
            <ac:picMk id="23" creationId="{4CE3A748-ABFE-5610-732B-509FB1592A86}"/>
          </ac:picMkLst>
        </pc:picChg>
      </pc:sldChg>
      <pc:sldChg chg="addSp delSp modSp">
        <pc:chgData name="Andreas Crona" userId="7db3ca11c123b93d" providerId="Windows Live" clId="Web-{46B843B1-580D-D2C7-85CF-85550445DB39}" dt="2026-05-08T17:43:12.418" v="92"/>
        <pc:sldMkLst>
          <pc:docMk/>
          <pc:sldMk cId="0" sldId="269"/>
        </pc:sldMkLst>
        <pc:picChg chg="add del mod">
          <ac:chgData name="Andreas Crona" userId="7db3ca11c123b93d" providerId="Windows Live" clId="Web-{46B843B1-580D-D2C7-85CF-85550445DB39}" dt="2026-05-08T17:42:57.246" v="89"/>
          <ac:picMkLst>
            <pc:docMk/>
            <pc:sldMk cId="0" sldId="269"/>
            <ac:picMk id="23" creationId="{6A013D12-1C82-3E6B-C6FC-2428BF78D039}"/>
          </ac:picMkLst>
        </pc:picChg>
        <pc:picChg chg="add mod modCrop">
          <ac:chgData name="Andreas Crona" userId="7db3ca11c123b93d" providerId="Windows Live" clId="Web-{46B843B1-580D-D2C7-85CF-85550445DB39}" dt="2026-05-08T17:43:12.418" v="92"/>
          <ac:picMkLst>
            <pc:docMk/>
            <pc:sldMk cId="0" sldId="269"/>
            <ac:picMk id="24" creationId="{81029BDB-45C9-7C17-3A48-7295D4C32F3C}"/>
          </ac:picMkLst>
        </pc:picChg>
      </pc:sldChg>
      <pc:sldChg chg="modSp">
        <pc:chgData name="Andreas Crona" userId="7db3ca11c123b93d" providerId="Windows Live" clId="Web-{46B843B1-580D-D2C7-85CF-85550445DB39}" dt="2026-05-08T17:43:31.747" v="100" actId="20577"/>
        <pc:sldMkLst>
          <pc:docMk/>
          <pc:sldMk cId="0" sldId="270"/>
        </pc:sldMkLst>
        <pc:spChg chg="mod">
          <ac:chgData name="Andreas Crona" userId="7db3ca11c123b93d" providerId="Windows Live" clId="Web-{46B843B1-580D-D2C7-85CF-85550445DB39}" dt="2026-05-08T17:43:31.747" v="100" actId="20577"/>
          <ac:spMkLst>
            <pc:docMk/>
            <pc:sldMk cId="0" sldId="270"/>
            <ac:spMk id="4" creationId="{00000000-0000-0000-0000-000000000000}"/>
          </ac:spMkLst>
        </pc:spChg>
      </pc:sldChg>
      <pc:sldChg chg="addSp delSp modSp add del">
        <pc:chgData name="Andreas Crona" userId="7db3ca11c123b93d" providerId="Windows Live" clId="Web-{46B843B1-580D-D2C7-85CF-85550445DB39}" dt="2026-05-08T17:53:19.381" v="156"/>
        <pc:sldMkLst>
          <pc:docMk/>
          <pc:sldMk cId="0" sldId="271"/>
        </pc:sldMkLst>
        <pc:picChg chg="add del mod">
          <ac:chgData name="Andreas Crona" userId="7db3ca11c123b93d" providerId="Windows Live" clId="Web-{46B843B1-580D-D2C7-85CF-85550445DB39}" dt="2026-05-08T17:49:50.192" v="113"/>
          <ac:picMkLst>
            <pc:docMk/>
            <pc:sldMk cId="0" sldId="271"/>
            <ac:picMk id="23" creationId="{EC7C8561-03DD-7B86-0226-0698444E7CD8}"/>
          </ac:picMkLst>
        </pc:picChg>
        <pc:picChg chg="add mod modCrop">
          <ac:chgData name="Andreas Crona" userId="7db3ca11c123b93d" providerId="Windows Live" clId="Web-{46B843B1-580D-D2C7-85CF-85550445DB39}" dt="2026-05-08T17:50:01.723" v="115"/>
          <ac:picMkLst>
            <pc:docMk/>
            <pc:sldMk cId="0" sldId="271"/>
            <ac:picMk id="24" creationId="{AA27AFAE-42EC-28C7-CADD-6D3E17B90A0F}"/>
          </ac:picMkLst>
        </pc:picChg>
      </pc:sldChg>
      <pc:sldChg chg="addSp modSp">
        <pc:chgData name="Andreas Crona" userId="7db3ca11c123b93d" providerId="Windows Live" clId="Web-{46B843B1-580D-D2C7-85CF-85550445DB39}" dt="2026-05-08T18:08:03.819" v="255" actId="20577"/>
        <pc:sldMkLst>
          <pc:docMk/>
          <pc:sldMk cId="0" sldId="272"/>
        </pc:sldMkLst>
        <pc:spChg chg="mod">
          <ac:chgData name="Andreas Crona" userId="7db3ca11c123b93d" providerId="Windows Live" clId="Web-{46B843B1-580D-D2C7-85CF-85550445DB39}" dt="2026-05-08T18:08:03.819" v="255" actId="20577"/>
          <ac:spMkLst>
            <pc:docMk/>
            <pc:sldMk cId="0" sldId="272"/>
            <ac:spMk id="8" creationId="{00000000-0000-0000-0000-000000000000}"/>
          </ac:spMkLst>
        </pc:spChg>
        <pc:spChg chg="mod">
          <ac:chgData name="Andreas Crona" userId="7db3ca11c123b93d" providerId="Windows Live" clId="Web-{46B843B1-580D-D2C7-85CF-85550445DB39}" dt="2026-05-08T17:53:12.131" v="155" actId="20577"/>
          <ac:spMkLst>
            <pc:docMk/>
            <pc:sldMk cId="0" sldId="272"/>
            <ac:spMk id="12" creationId="{00000000-0000-0000-0000-000000000000}"/>
          </ac:spMkLst>
        </pc:spChg>
        <pc:picChg chg="add mod modCrop">
          <ac:chgData name="Andreas Crona" userId="7db3ca11c123b93d" providerId="Windows Live" clId="Web-{46B843B1-580D-D2C7-85CF-85550445DB39}" dt="2026-05-08T17:51:23.740" v="120"/>
          <ac:picMkLst>
            <pc:docMk/>
            <pc:sldMk cId="0" sldId="272"/>
            <ac:picMk id="23" creationId="{F9C5666E-9004-46AF-28E6-21D20F08CC5D}"/>
          </ac:picMkLst>
        </pc:picChg>
      </pc:sldChg>
      <pc:sldChg chg="addSp delSp modSp">
        <pc:chgData name="Andreas Crona" userId="7db3ca11c123b93d" providerId="Windows Live" clId="Web-{46B843B1-580D-D2C7-85CF-85550445DB39}" dt="2026-05-08T18:10:06.274" v="297" actId="20577"/>
        <pc:sldMkLst>
          <pc:docMk/>
          <pc:sldMk cId="0" sldId="273"/>
        </pc:sldMkLst>
        <pc:spChg chg="mod">
          <ac:chgData name="Andreas Crona" userId="7db3ca11c123b93d" providerId="Windows Live" clId="Web-{46B843B1-580D-D2C7-85CF-85550445DB39}" dt="2026-05-08T17:56:25.863" v="166" actId="20577"/>
          <ac:spMkLst>
            <pc:docMk/>
            <pc:sldMk cId="0" sldId="273"/>
            <ac:spMk id="8" creationId="{00000000-0000-0000-0000-000000000000}"/>
          </ac:spMkLst>
        </pc:spChg>
        <pc:spChg chg="mod">
          <ac:chgData name="Andreas Crona" userId="7db3ca11c123b93d" providerId="Windows Live" clId="Web-{46B843B1-580D-D2C7-85CF-85550445DB39}" dt="2026-05-08T18:10:06.274" v="297" actId="20577"/>
          <ac:spMkLst>
            <pc:docMk/>
            <pc:sldMk cId="0" sldId="273"/>
            <ac:spMk id="12" creationId="{00000000-0000-0000-0000-000000000000}"/>
          </ac:spMkLst>
        </pc:spChg>
        <pc:spChg chg="mod">
          <ac:chgData name="Andreas Crona" userId="7db3ca11c123b93d" providerId="Windows Live" clId="Web-{46B843B1-580D-D2C7-85CF-85550445DB39}" dt="2026-05-08T17:56:38.004" v="172" actId="20577"/>
          <ac:spMkLst>
            <pc:docMk/>
            <pc:sldMk cId="0" sldId="273"/>
            <ac:spMk id="22" creationId="{00000000-0000-0000-0000-000000000000}"/>
          </ac:spMkLst>
        </pc:spChg>
        <pc:picChg chg="add del mod">
          <ac:chgData name="Andreas Crona" userId="7db3ca11c123b93d" providerId="Windows Live" clId="Web-{46B843B1-580D-D2C7-85CF-85550445DB39}" dt="2026-05-08T17:57:17.335" v="174"/>
          <ac:picMkLst>
            <pc:docMk/>
            <pc:sldMk cId="0" sldId="273"/>
            <ac:picMk id="23" creationId="{8FE0D183-8F50-B3B2-7C2A-1A0E03D29226}"/>
          </ac:picMkLst>
        </pc:picChg>
        <pc:picChg chg="add mod modCrop">
          <ac:chgData name="Andreas Crona" userId="7db3ca11c123b93d" providerId="Windows Live" clId="Web-{46B843B1-580D-D2C7-85CF-85550445DB39}" dt="2026-05-08T17:57:43.883" v="179"/>
          <ac:picMkLst>
            <pc:docMk/>
            <pc:sldMk cId="0" sldId="273"/>
            <ac:picMk id="24" creationId="{8C86D456-0FE3-C104-C1D9-DB5A5B7BA5E5}"/>
          </ac:picMkLst>
        </pc:picChg>
      </pc:sldChg>
      <pc:sldChg chg="addSp delSp modSp">
        <pc:chgData name="Andreas Crona" userId="7db3ca11c123b93d" providerId="Windows Live" clId="Web-{46B843B1-580D-D2C7-85CF-85550445DB39}" dt="2026-05-08T18:06:58.146" v="249" actId="20577"/>
        <pc:sldMkLst>
          <pc:docMk/>
          <pc:sldMk cId="0" sldId="274"/>
        </pc:sldMkLst>
        <pc:spChg chg="add del mod">
          <ac:chgData name="Andreas Crona" userId="7db3ca11c123b93d" providerId="Windows Live" clId="Web-{46B843B1-580D-D2C7-85CF-85550445DB39}" dt="2026-05-08T18:06:58.146" v="249" actId="20577"/>
          <ac:spMkLst>
            <pc:docMk/>
            <pc:sldMk cId="0" sldId="274"/>
            <ac:spMk id="12" creationId="{00000000-0000-0000-0000-000000000000}"/>
          </ac:spMkLst>
        </pc:spChg>
        <pc:spChg chg="mod">
          <ac:chgData name="Andreas Crona" userId="7db3ca11c123b93d" providerId="Windows Live" clId="Web-{46B843B1-580D-D2C7-85CF-85550445DB39}" dt="2026-05-08T18:04:06.160" v="239" actId="20577"/>
          <ac:spMkLst>
            <pc:docMk/>
            <pc:sldMk cId="0" sldId="274"/>
            <ac:spMk id="22" creationId="{00000000-0000-0000-0000-000000000000}"/>
          </ac:spMkLst>
        </pc:spChg>
        <pc:picChg chg="add del mod">
          <ac:chgData name="Andreas Crona" userId="7db3ca11c123b93d" providerId="Windows Live" clId="Web-{46B843B1-580D-D2C7-85CF-85550445DB39}" dt="2026-05-08T18:00:20.248" v="181"/>
          <ac:picMkLst>
            <pc:docMk/>
            <pc:sldMk cId="0" sldId="274"/>
            <ac:picMk id="23" creationId="{E169AF6D-B402-878D-35FD-83A4B0A32D4A}"/>
          </ac:picMkLst>
        </pc:picChg>
        <pc:picChg chg="add mod modCrop">
          <ac:chgData name="Andreas Crona" userId="7db3ca11c123b93d" providerId="Windows Live" clId="Web-{46B843B1-580D-D2C7-85CF-85550445DB39}" dt="2026-05-08T18:02:52.721" v="187"/>
          <ac:picMkLst>
            <pc:docMk/>
            <pc:sldMk cId="0" sldId="274"/>
            <ac:picMk id="24" creationId="{4A6710EB-B4C0-EF2C-2CC9-7352170E53D5}"/>
          </ac:picMkLst>
        </pc:picChg>
      </pc:sldChg>
      <pc:sldChg chg="modSp del">
        <pc:chgData name="Andreas Crona" userId="7db3ca11c123b93d" providerId="Windows Live" clId="Web-{46B843B1-580D-D2C7-85CF-85550445DB39}" dt="2026-05-08T18:07:28.006" v="251"/>
        <pc:sldMkLst>
          <pc:docMk/>
          <pc:sldMk cId="0" sldId="275"/>
        </pc:sldMkLst>
        <pc:spChg chg="mod">
          <ac:chgData name="Andreas Crona" userId="7db3ca11c123b93d" providerId="Windows Live" clId="Web-{46B843B1-580D-D2C7-85CF-85550445DB39}" dt="2026-05-08T18:07:25.897" v="250" actId="20577"/>
          <ac:spMkLst>
            <pc:docMk/>
            <pc:sldMk cId="0" sldId="275"/>
            <ac:spMk id="7" creationId="{00000000-0000-0000-0000-000000000000}"/>
          </ac:spMkLst>
        </pc:spChg>
      </pc:sldChg>
      <pc:sldChg chg="modSp">
        <pc:chgData name="Andreas Crona" userId="7db3ca11c123b93d" providerId="Windows Live" clId="Web-{46B843B1-580D-D2C7-85CF-85550445DB39}" dt="2026-05-08T18:11:49.404" v="394" actId="20577"/>
        <pc:sldMkLst>
          <pc:docMk/>
          <pc:sldMk cId="0" sldId="276"/>
        </pc:sldMkLst>
        <pc:spChg chg="mod">
          <ac:chgData name="Andreas Crona" userId="7db3ca11c123b93d" providerId="Windows Live" clId="Web-{46B843B1-580D-D2C7-85CF-85550445DB39}" dt="2026-05-08T18:09:08.632" v="262" actId="20577"/>
          <ac:spMkLst>
            <pc:docMk/>
            <pc:sldMk cId="0" sldId="276"/>
            <ac:spMk id="7" creationId="{00000000-0000-0000-0000-000000000000}"/>
          </ac:spMkLst>
        </pc:spChg>
        <pc:spChg chg="mod">
          <ac:chgData name="Andreas Crona" userId="7db3ca11c123b93d" providerId="Windows Live" clId="Web-{46B843B1-580D-D2C7-85CF-85550445DB39}" dt="2026-05-08T18:09:11.257" v="265" actId="20577"/>
          <ac:spMkLst>
            <pc:docMk/>
            <pc:sldMk cId="0" sldId="276"/>
            <ac:spMk id="14" creationId="{00000000-0000-0000-0000-000000000000}"/>
          </ac:spMkLst>
        </pc:spChg>
        <pc:spChg chg="mod">
          <ac:chgData name="Andreas Crona" userId="7db3ca11c123b93d" providerId="Windows Live" clId="Web-{46B843B1-580D-D2C7-85CF-85550445DB39}" dt="2026-05-08T18:11:49.404" v="394" actId="20577"/>
          <ac:spMkLst>
            <pc:docMk/>
            <pc:sldMk cId="0" sldId="276"/>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E257E98-D4A6-4389-95F6-4D0564B01E9B}" type="datetimeFigureOut">
              <a:t>2026-05-08</a:t>
            </a:fld>
            <a:endParaRPr lang="sv-SE"/>
          </a:p>
        </p:txBody>
      </p:sp>
      <p:sp>
        <p:nvSpPr>
          <p:cNvPr id="4" name="Platshållare för bildobjekt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E86DDF-C5DC-4F0E-9675-100FA7E363A5}" type="slidenum">
              <a:t>‹#›</a:t>
            </a:fld>
            <a:endParaRPr lang="sv-SE"/>
          </a:p>
        </p:txBody>
      </p:sp>
    </p:spTree>
    <p:extLst>
      <p:ext uri="{BB962C8B-B14F-4D97-AF65-F5344CB8AC3E}">
        <p14:creationId xmlns:p14="http://schemas.microsoft.com/office/powerpoint/2010/main" val="927788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5.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7.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2.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3.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7793"/>
        </a:solidFill>
        <a:effectLst/>
      </p:bgPr>
    </p:bg>
    <p:spTree>
      <p:nvGrpSpPr>
        <p:cNvPr id="1" name=""/>
        <p:cNvGrpSpPr/>
        <p:nvPr/>
      </p:nvGrpSpPr>
      <p:grpSpPr>
        <a:xfrm>
          <a:off x="0" y="0"/>
          <a:ext cx="0" cy="0"/>
          <a:chOff x="0" y="0"/>
          <a:chExt cx="0" cy="0"/>
        </a:xfrm>
      </p:grpSpPr>
      <p:sp>
        <p:nvSpPr>
          <p:cNvPr id="2" name="Text 0"/>
          <p:cNvSpPr/>
          <p:nvPr/>
        </p:nvSpPr>
        <p:spPr>
          <a:xfrm>
            <a:off x="640080" y="1005840"/>
            <a:ext cx="10972800" cy="548640"/>
          </a:xfrm>
          <a:prstGeom prst="rect">
            <a:avLst/>
          </a:prstGeom>
          <a:noFill/>
          <a:ln/>
        </p:spPr>
        <p:txBody>
          <a:bodyPr wrap="square" lIns="0" tIns="0" rIns="0" bIns="0" rtlCol="0" anchor="ctr"/>
          <a:lstStyle/>
          <a:p>
            <a:pPr marL="0" indent="0">
              <a:buNone/>
            </a:pPr>
            <a:r>
              <a:rPr lang="en-US" sz="2200" i="1" kern="0" spc="600" dirty="0">
                <a:solidFill>
                  <a:srgbClr val="FBF7F0"/>
                </a:solidFill>
                <a:latin typeface="Georgia" pitchFamily="34" charset="0"/>
                <a:ea typeface="Georgia" pitchFamily="34" charset="-122"/>
                <a:cs typeface="Georgia" pitchFamily="34" charset="-120"/>
              </a:rPr>
              <a:t>Del 2</a:t>
            </a:r>
            <a:endParaRPr lang="en-US" sz="2200" dirty="0"/>
          </a:p>
        </p:txBody>
      </p:sp>
      <p:sp>
        <p:nvSpPr>
          <p:cNvPr id="3" name="Text 1"/>
          <p:cNvSpPr/>
          <p:nvPr/>
        </p:nvSpPr>
        <p:spPr>
          <a:xfrm>
            <a:off x="640080" y="1554480"/>
            <a:ext cx="10972800" cy="1371600"/>
          </a:xfrm>
          <a:prstGeom prst="rect">
            <a:avLst/>
          </a:prstGeom>
          <a:noFill/>
          <a:ln/>
        </p:spPr>
        <p:txBody>
          <a:bodyPr wrap="square" lIns="0" tIns="0" rIns="0" bIns="0"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Off the beaten path</a:t>
            </a:r>
            <a:endParaRPr lang="en-US" sz="7200" dirty="0"/>
          </a:p>
        </p:txBody>
      </p:sp>
      <p:sp>
        <p:nvSpPr>
          <p:cNvPr id="4" name="Text 2"/>
          <p:cNvSpPr/>
          <p:nvPr/>
        </p:nvSpPr>
        <p:spPr>
          <a:xfrm>
            <a:off x="685800" y="3108960"/>
            <a:ext cx="10972800" cy="640080"/>
          </a:xfrm>
          <a:prstGeom prst="rect">
            <a:avLst/>
          </a:prstGeom>
          <a:noFill/>
          <a:ln/>
        </p:spPr>
        <p:txBody>
          <a:bodyPr wrap="square" lIns="0" tIns="0" rIns="0" bIns="0" rtlCol="0" anchor="ctr"/>
          <a:lstStyle/>
          <a:p>
            <a:pPr marL="0" indent="0">
              <a:buNone/>
            </a:pPr>
            <a:r>
              <a:rPr lang="en-US" sz="2800" i="1" dirty="0">
                <a:solidFill>
                  <a:srgbClr val="E8DFD0"/>
                </a:solidFill>
                <a:latin typeface="Georgia" pitchFamily="34" charset="0"/>
                <a:ea typeface="Georgia" pitchFamily="34" charset="-122"/>
                <a:cs typeface="Georgia" pitchFamily="34" charset="-120"/>
              </a:rPr>
              <a:t>Hidden gems, tågutflykter och träningsspots</a:t>
            </a:r>
            <a:endParaRPr lang="en-US" sz="2800" dirty="0"/>
          </a:p>
        </p:txBody>
      </p:sp>
      <p:sp>
        <p:nvSpPr>
          <p:cNvPr id="5" name="Shape 3"/>
          <p:cNvSpPr/>
          <p:nvPr/>
        </p:nvSpPr>
        <p:spPr>
          <a:xfrm>
            <a:off x="640080" y="4206240"/>
            <a:ext cx="5029200" cy="45720"/>
          </a:xfrm>
          <a:prstGeom prst="rect">
            <a:avLst/>
          </a:prstGeom>
          <a:solidFill>
            <a:srgbClr val="FFFFFF"/>
          </a:solidFill>
          <a:ln w="12700">
            <a:solidFill>
              <a:srgbClr val="FFFFFF"/>
            </a:solidFill>
            <a:prstDash val="solid"/>
          </a:ln>
        </p:spPr>
      </p:sp>
      <p:sp>
        <p:nvSpPr>
          <p:cNvPr id="6" name="Text 4"/>
          <p:cNvSpPr/>
          <p:nvPr/>
        </p:nvSpPr>
        <p:spPr>
          <a:xfrm>
            <a:off x="640080" y="4389120"/>
            <a:ext cx="7772400" cy="182880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Calibri"/>
                <a:ea typeface="Calibri"/>
                <a:cs typeface="Calibri"/>
              </a:rPr>
              <a:t>Tre </a:t>
            </a:r>
            <a:r>
              <a:rPr lang="en-US" sz="1800" b="1" dirty="0" err="1">
                <a:solidFill>
                  <a:srgbClr val="FFFFFF"/>
                </a:solidFill>
                <a:latin typeface="Calibri"/>
                <a:ea typeface="Calibri"/>
                <a:cs typeface="Calibri"/>
              </a:rPr>
              <a:t>kategorier</a:t>
            </a:r>
            <a:endParaRPr lang="en-US" sz="1800" dirty="0">
              <a:latin typeface="Calibri"/>
              <a:ea typeface="Calibri"/>
              <a:cs typeface="Calibri"/>
            </a:endParaRPr>
          </a:p>
          <a:p>
            <a:pPr marL="342900" indent="-342900">
              <a:spcAft>
                <a:spcPts val="400"/>
              </a:spcAft>
              <a:buSzPct val="100000"/>
              <a:buChar char="•"/>
            </a:pPr>
            <a:r>
              <a:rPr lang="en-US" sz="1400" dirty="0" err="1">
                <a:solidFill>
                  <a:srgbClr val="FFFFFF"/>
                </a:solidFill>
                <a:latin typeface="Calibri"/>
                <a:ea typeface="Calibri"/>
                <a:cs typeface="Calibri"/>
              </a:rPr>
              <a:t>Lokala</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pärlor</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i</a:t>
            </a:r>
            <a:r>
              <a:rPr lang="en-US" sz="1400" dirty="0">
                <a:solidFill>
                  <a:srgbClr val="FFFFFF"/>
                </a:solidFill>
                <a:latin typeface="Calibri"/>
                <a:ea typeface="Calibri"/>
                <a:cs typeface="Calibri"/>
              </a:rPr>
              <a:t> Montpellier </a:t>
            </a:r>
            <a:r>
              <a:rPr lang="en-US" sz="1400" dirty="0" err="1">
                <a:solidFill>
                  <a:srgbClr val="FFFFFF"/>
                </a:solidFill>
                <a:latin typeface="Calibri"/>
                <a:ea typeface="Calibri"/>
                <a:cs typeface="Calibri"/>
              </a:rPr>
              <a:t>som</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turister</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missar</a:t>
            </a:r>
            <a:endParaRPr lang="en-US" sz="1800" dirty="0">
              <a:latin typeface="Calibri"/>
              <a:ea typeface="Calibri"/>
              <a:cs typeface="Calibri"/>
            </a:endParaRPr>
          </a:p>
          <a:p>
            <a:pPr marL="342900" indent="-342900">
              <a:spcAft>
                <a:spcPts val="400"/>
              </a:spcAft>
              <a:buSzPct val="100000"/>
              <a:buChar char="•"/>
            </a:pPr>
            <a:r>
              <a:rPr lang="en-US" sz="1400" dirty="0" err="1">
                <a:solidFill>
                  <a:srgbClr val="FFFFFF"/>
                </a:solidFill>
                <a:latin typeface="Calibri"/>
                <a:ea typeface="Calibri"/>
                <a:cs typeface="Calibri"/>
              </a:rPr>
              <a:t>Dagsutflykter</a:t>
            </a:r>
            <a:r>
              <a:rPr lang="en-US" sz="1400" dirty="0">
                <a:solidFill>
                  <a:srgbClr val="FFFFFF"/>
                </a:solidFill>
                <a:latin typeface="Calibri"/>
                <a:ea typeface="Calibri"/>
                <a:cs typeface="Calibri"/>
              </a:rPr>
              <a:t> med </a:t>
            </a:r>
            <a:r>
              <a:rPr lang="en-US" sz="1400" dirty="0" err="1">
                <a:solidFill>
                  <a:srgbClr val="FFFFFF"/>
                </a:solidFill>
                <a:latin typeface="Calibri"/>
                <a:ea typeface="Calibri"/>
                <a:cs typeface="Calibri"/>
              </a:rPr>
              <a:t>tåg</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från</a:t>
            </a:r>
            <a:r>
              <a:rPr lang="en-US" sz="1400" dirty="0">
                <a:solidFill>
                  <a:srgbClr val="FFFFFF"/>
                </a:solidFill>
                <a:latin typeface="Calibri"/>
                <a:ea typeface="Calibri"/>
                <a:cs typeface="Calibri"/>
              </a:rPr>
              <a:t> 20 min till 1.5 </a:t>
            </a:r>
            <a:r>
              <a:rPr lang="en-US" sz="1400" dirty="0" err="1">
                <a:solidFill>
                  <a:srgbClr val="FFFFFF"/>
                </a:solidFill>
                <a:latin typeface="Calibri"/>
                <a:ea typeface="Calibri"/>
                <a:cs typeface="Calibri"/>
              </a:rPr>
              <a:t>timme</a:t>
            </a:r>
            <a:endParaRPr lang="en-US" sz="1800" dirty="0">
              <a:latin typeface="Calibri"/>
              <a:ea typeface="Calibri"/>
              <a:cs typeface="Calibri"/>
            </a:endParaRPr>
          </a:p>
          <a:p>
            <a:pPr marL="342900" indent="-342900">
              <a:spcAft>
                <a:spcPts val="400"/>
              </a:spcAft>
              <a:buSzPct val="100000"/>
              <a:buChar char="•"/>
            </a:pPr>
            <a:r>
              <a:rPr lang="en-US" sz="1400" dirty="0">
                <a:solidFill>
                  <a:srgbClr val="FFFFFF"/>
                </a:solidFill>
                <a:latin typeface="Calibri"/>
                <a:ea typeface="Calibri"/>
                <a:cs typeface="Calibri"/>
              </a:rPr>
              <a:t>Var man </a:t>
            </a:r>
            <a:r>
              <a:rPr lang="en-US" sz="1400" dirty="0" err="1">
                <a:solidFill>
                  <a:srgbClr val="FFFFFF"/>
                </a:solidFill>
                <a:latin typeface="Calibri"/>
                <a:ea typeface="Calibri"/>
                <a:cs typeface="Calibri"/>
              </a:rPr>
              <a:t>kan</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jogga</a:t>
            </a:r>
            <a:r>
              <a:rPr lang="en-US" sz="1400" dirty="0">
                <a:solidFill>
                  <a:srgbClr val="FFFFFF"/>
                </a:solidFill>
                <a:latin typeface="Calibri"/>
                <a:ea typeface="Calibri"/>
                <a:cs typeface="Calibri"/>
              </a:rPr>
              <a:t> och </a:t>
            </a:r>
            <a:r>
              <a:rPr lang="en-US" sz="1400" dirty="0" err="1">
                <a:solidFill>
                  <a:srgbClr val="FFFFFF"/>
                </a:solidFill>
                <a:latin typeface="Calibri"/>
                <a:ea typeface="Calibri"/>
                <a:cs typeface="Calibri"/>
              </a:rPr>
              <a:t>träna</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på</a:t>
            </a:r>
            <a:r>
              <a:rPr lang="en-US" sz="1400" dirty="0">
                <a:solidFill>
                  <a:srgbClr val="FFFFFF"/>
                </a:solidFill>
                <a:latin typeface="Calibri"/>
                <a:ea typeface="Calibri"/>
                <a:cs typeface="Calibri"/>
              </a:rPr>
              <a:t> </a:t>
            </a:r>
            <a:r>
              <a:rPr lang="en-US" sz="1400" dirty="0" err="1">
                <a:solidFill>
                  <a:srgbClr val="FFFFFF"/>
                </a:solidFill>
                <a:latin typeface="Calibri"/>
                <a:ea typeface="Calibri"/>
                <a:cs typeface="Calibri"/>
              </a:rPr>
              <a:t>utegym</a:t>
            </a:r>
            <a:endParaRPr lang="en-US" sz="1800" dirty="0" err="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D2E46"/>
        </a:solidFill>
        <a:effectLst/>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marL="0" indent="0">
              <a:buNone/>
            </a:pPr>
            <a:r>
              <a:rPr lang="en-US" sz="1800" i="1" kern="0" spc="600" dirty="0">
                <a:solidFill>
                  <a:srgbClr val="FFFFFF"/>
                </a:solidFill>
                <a:latin typeface="Georgia" pitchFamily="34" charset="0"/>
                <a:ea typeface="Georgia" pitchFamily="34" charset="-122"/>
                <a:cs typeface="Georgia" pitchFamily="34" charset="-120"/>
              </a:rPr>
              <a:t>Sektion 1</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Hidden gems</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pPr marL="0" indent="0">
              <a:buNone/>
            </a:pPr>
            <a:r>
              <a:rPr lang="en-US" sz="2200" i="1" dirty="0">
                <a:solidFill>
                  <a:srgbClr val="FBF7F0"/>
                </a:solidFill>
                <a:latin typeface="Georgia" pitchFamily="34" charset="0"/>
                <a:ea typeface="Georgia" pitchFamily="34" charset="-122"/>
                <a:cs typeface="Georgia" pitchFamily="34" charset="-120"/>
              </a:rPr>
              <a:t>Lokala pärlor som turister missar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7A9471"/>
          </a:solidFill>
          <a:ln w="12700">
            <a:solidFill>
              <a:srgbClr val="7A9471"/>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#01</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7A9471"/>
                </a:solidFill>
                <a:latin typeface="Calibri" pitchFamily="34" charset="0"/>
                <a:ea typeface="Calibri" pitchFamily="34" charset="-122"/>
                <a:cs typeface="Calibri" pitchFamily="34" charset="-120"/>
              </a:rPr>
              <a:t>GRATIS DJURPARK, NÄRA HUSET</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Parc Zoologique de Lunaret</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Ofta Montpelliers bäst bevarade hemlighet: en gratis djurpark på 80 hektar, mer som en skog man strosar genom än en traditionell zoo. Giraffer, zebror, lejon, vargar. Inkluderar Serre Amazonienne (regnskogskupol, mindre avgift).</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Buss 24 från Universités, eller cykel ~15 min</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2–4 timmar</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Helt gratis (regnskog ~7 €)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7A9471"/>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Stäng på måndagar, gå tisdag till söndag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Skuggrika stigar, bra även i värmen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Ta med picknick, det finns bord under träden</a:t>
            </a:r>
            <a:endParaRPr lang="en-US" sz="1200" dirty="0"/>
          </a:p>
        </p:txBody>
      </p:sp>
      <p:pic>
        <p:nvPicPr>
          <p:cNvPr id="24" name="Bildobjekt 23" descr="PARC DE LUNARET - ZOO DE MONTPELLIER : Ce qu'il faut savoir pour votre ...">
            <a:extLst>
              <a:ext uri="{FF2B5EF4-FFF2-40B4-BE49-F238E27FC236}">
                <a16:creationId xmlns:a16="http://schemas.microsoft.com/office/drawing/2014/main" id="{248B8D29-5A7E-A59C-134E-7B7C4065985A}"/>
              </a:ext>
            </a:extLst>
          </p:cNvPr>
          <p:cNvPicPr>
            <a:picLocks noChangeAspect="1"/>
          </p:cNvPicPr>
          <p:nvPr/>
        </p:nvPicPr>
        <p:blipFill>
          <a:blip r:embed="rId7"/>
          <a:srcRect l="7420" t="468" r="25343" b="-352"/>
          <a:stretch>
            <a:fillRect/>
          </a:stretch>
        </p:blipFill>
        <p:spPr>
          <a:xfrm>
            <a:off x="455341" y="455341"/>
            <a:ext cx="5304664" cy="59404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D4A23A"/>
          </a:solidFill>
          <a:ln w="12700">
            <a:solidFill>
              <a:srgbClr val="D4A23A"/>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#02</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D4A23A"/>
                </a:solidFill>
                <a:latin typeface="Calibri" pitchFamily="34" charset="0"/>
                <a:ea typeface="Calibri" pitchFamily="34" charset="-122"/>
                <a:cs typeface="Calibri" pitchFamily="34" charset="-120"/>
              </a:rPr>
              <a:t>EKOLOGISK MARKNAD UNDER AKVEDUKTEN</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Marché des Arceaux</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Lokal favorit. Tisdag- och lördagsmorgnar samlas montpellierbor med korgar under bågarna på Saint-Clément-akvedukten för att handla från hundratalet ekologiska producenter. Ostar, charkuterier, honung, oliver, vin, blommor. Mycket få turister.</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Tram 1 till Place Albert 1er + 5 min gång</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1–2 timmar (gå tidigt)</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 att gå runt</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D4A23A"/>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Endast tisdag och lördag, 7–13.30</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Kombinera med Peyrou-promenaden bredvid</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Bra ställe att handla picknick till hemmavägen</a:t>
            </a:r>
            <a:endParaRPr lang="en-US" sz="1200" dirty="0"/>
          </a:p>
        </p:txBody>
      </p:sp>
      <p:pic>
        <p:nvPicPr>
          <p:cNvPr id="23" name="Bildobjekt 22" descr="Découverte du marché des Arceaux - LSF School">
            <a:extLst>
              <a:ext uri="{FF2B5EF4-FFF2-40B4-BE49-F238E27FC236}">
                <a16:creationId xmlns:a16="http://schemas.microsoft.com/office/drawing/2014/main" id="{66471BD3-B9C6-1AAD-8F34-2F68C4FE796A}"/>
              </a:ext>
            </a:extLst>
          </p:cNvPr>
          <p:cNvPicPr>
            <a:picLocks noChangeAspect="1"/>
          </p:cNvPicPr>
          <p:nvPr/>
        </p:nvPicPr>
        <p:blipFill>
          <a:blip r:embed="rId7"/>
          <a:srcRect l="23439" t="624" r="9304" b="-508"/>
          <a:stretch>
            <a:fillRect/>
          </a:stretch>
        </p:blipFill>
        <p:spPr>
          <a:xfrm>
            <a:off x="455341" y="455341"/>
            <a:ext cx="5306242" cy="59404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#03</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6D2E46"/>
                </a:solidFill>
                <a:latin typeface="Calibri" pitchFamily="34" charset="0"/>
                <a:ea typeface="Calibri" pitchFamily="34" charset="-122"/>
                <a:cs typeface="Calibri" pitchFamily="34" charset="-120"/>
              </a:rPr>
              <a:t>ROMANTISKT GÖMT TORG I ÉCUSSON</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Place de la Canourgue</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Ett av Montpelliers vackraste torg, gömt bakom Rue Foch. Lummiga träd, Fontaine des Licornes med två enhörningar, små caféer och vinbarer. Lokalbefolkningens favorit för ett glas eftermiddagsvin när Comédie blir för stökigt.</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Tram 1 till Comédie + 7 min gång</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30 min till 2 timmar</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 (kaffe ~3 €, vin ~5 €)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Bästa tiden: sen eftermiddag när skuggan kommer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Restaurang Le Petit Jardin runt hörnet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Helt fritt från turistmassorna kring Comédie</a:t>
            </a:r>
            <a:endParaRPr lang="en-US" sz="1200" dirty="0"/>
          </a:p>
        </p:txBody>
      </p:sp>
      <p:pic>
        <p:nvPicPr>
          <p:cNvPr id="23" name="Bildobjekt 22" descr="En bild som visar utomhus, träd, möbler, gata&#10;&#10;AI-genererat innehåll kan vara felaktigt.">
            <a:extLst>
              <a:ext uri="{FF2B5EF4-FFF2-40B4-BE49-F238E27FC236}">
                <a16:creationId xmlns:a16="http://schemas.microsoft.com/office/drawing/2014/main" id="{D705EEBB-D2D0-D0B8-4B48-BB486F5D688F}"/>
              </a:ext>
            </a:extLst>
          </p:cNvPr>
          <p:cNvPicPr>
            <a:picLocks noChangeAspect="1"/>
          </p:cNvPicPr>
          <p:nvPr/>
        </p:nvPicPr>
        <p:blipFill>
          <a:blip r:embed="rId7"/>
          <a:srcRect l="33304" t="-157" r="16387"/>
          <a:stretch>
            <a:fillRect/>
          </a:stretch>
        </p:blipFill>
        <p:spPr>
          <a:xfrm>
            <a:off x="455342" y="455922"/>
            <a:ext cx="5306253" cy="59554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9C4F35"/>
          </a:solidFill>
          <a:ln w="12700">
            <a:solidFill>
              <a:srgbClr val="9C4F35"/>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#04</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9C4F35"/>
                </a:solidFill>
                <a:latin typeface="Calibri" pitchFamily="34" charset="0"/>
                <a:ea typeface="Calibri" pitchFamily="34" charset="-122"/>
                <a:cs typeface="Calibri" pitchFamily="34" charset="-120"/>
              </a:rPr>
              <a:t>FORTFARANDE UNDERSKATTAT TORG</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Place Saint-Roch</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Centralt men förvånansvärt lugnt torg framför Église Saint-Roch (1860-tals nygotik). Bra blandning av lokalbefolkning och tourists, klassiska terrasser och en av stadens bästa glassbarer (Le Glacier de la Comédie ligger nära). Bra paus mellan utflykter.</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Tram 1 till Comédie + 5 min gång</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30 min till 1 timme</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 (glass ~4 €)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9C4F35"/>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Kyrkan är gratis att gå in i, sval interiör vid hetta</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Bra fika-stopp mellan Écusson och stationen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Liten marknad med blommor på vissa morgnar</a:t>
            </a:r>
            <a:endParaRPr lang="en-US" sz="1200" dirty="0"/>
          </a:p>
        </p:txBody>
      </p:sp>
      <p:pic>
        <p:nvPicPr>
          <p:cNvPr id="24" name="Bildobjekt 23" descr="PLACE ET EGLISE SAINT ROCH">
            <a:extLst>
              <a:ext uri="{FF2B5EF4-FFF2-40B4-BE49-F238E27FC236}">
                <a16:creationId xmlns:a16="http://schemas.microsoft.com/office/drawing/2014/main" id="{2DD13D42-636D-4D63-28CC-BA82AE1BE82C}"/>
              </a:ext>
            </a:extLst>
          </p:cNvPr>
          <p:cNvPicPr>
            <a:picLocks noChangeAspect="1"/>
          </p:cNvPicPr>
          <p:nvPr/>
        </p:nvPicPr>
        <p:blipFill>
          <a:blip r:embed="rId7"/>
          <a:srcRect l="29514" t="469" r="4395" b="-509"/>
          <a:stretch>
            <a:fillRect/>
          </a:stretch>
        </p:blipFill>
        <p:spPr>
          <a:xfrm>
            <a:off x="455342" y="455341"/>
            <a:ext cx="5306350" cy="59497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7A9471"/>
          </a:solidFill>
          <a:ln w="12700">
            <a:solidFill>
              <a:srgbClr val="7A9471"/>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#05</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7A9471"/>
                </a:solidFill>
                <a:latin typeface="Calibri" pitchFamily="34" charset="0"/>
                <a:ea typeface="Calibri" pitchFamily="34" charset="-122"/>
                <a:cs typeface="Calibri" pitchFamily="34" charset="-120"/>
              </a:rPr>
              <a:t>TIDIGARE KONSTNÄRSHEM VID LEZ</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Domaine de Méric</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Rosa lantgård som var målaren Frédéric Bazilles sommarvilla på 1800-talet. Idag öppen park längs Lez-floden med skogsstigar, ängar, picknickbord och hundpark. Helt off the beaten path, ofta tomt. 4.6 stjärnor på Google.</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Tram 2 till Saint-Lazare + 10 min gång</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2–3 timmar</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Helt gratis</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7A9471"/>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Bra picknickplats i skuggan vid floden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Lez-floden flyter direkt genom parken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Kombineras lätt med en löprunda längs Lez</a:t>
            </a:r>
            <a:endParaRPr lang="en-US" sz="1200" dirty="0"/>
          </a:p>
        </p:txBody>
      </p:sp>
      <p:pic>
        <p:nvPicPr>
          <p:cNvPr id="25" name="Bildobjekt 24" descr="Lake Louise Park (2026) - All You MUST Know Before You Go (with Reviews)">
            <a:extLst>
              <a:ext uri="{FF2B5EF4-FFF2-40B4-BE49-F238E27FC236}">
                <a16:creationId xmlns:a16="http://schemas.microsoft.com/office/drawing/2014/main" id="{C87221F7-6DEB-BC47-3DF4-0E1FDEEAF0FA}"/>
              </a:ext>
            </a:extLst>
          </p:cNvPr>
          <p:cNvPicPr>
            <a:picLocks noChangeAspect="1"/>
          </p:cNvPicPr>
          <p:nvPr/>
        </p:nvPicPr>
        <p:blipFill>
          <a:blip r:embed="rId7"/>
          <a:srcRect l="4212" t="-27" r="6705" b="116"/>
          <a:stretch>
            <a:fillRect/>
          </a:stretch>
        </p:blipFill>
        <p:spPr>
          <a:xfrm>
            <a:off x="455341" y="453719"/>
            <a:ext cx="5298068" cy="59420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#06</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6D2E46"/>
                </a:solidFill>
                <a:latin typeface="Calibri" pitchFamily="34" charset="0"/>
                <a:ea typeface="Calibri" pitchFamily="34" charset="-122"/>
                <a:cs typeface="Calibri" pitchFamily="34" charset="-120"/>
              </a:rPr>
              <a:t>CURIOSUM I MEDELTIDA GATAN</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Kanonkulan på Rue des Étuves</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Kuriosa: titta upp på 30 Rue des Étuves och du ser en kanonkula sitter inkilad i fasaden. Enligt legenden från belägringen 1622 av Ludvig XIII:s trupper. Skeptiker ifrågasätter äktheten, vilket gör det till en lustig gåta att leta efter mitt i en gammal stan-promenad.</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I Écusson, alldeles nära Comédie</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5 minuter (om man hittar den)</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Lätt att missa, titta upp på husfasaden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Kombineras med en Écusson-vandring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Bra nördigt självmål för tonåringar</a:t>
            </a:r>
            <a:endParaRPr lang="en-US" sz="1200" dirty="0"/>
          </a:p>
        </p:txBody>
      </p:sp>
      <p:pic>
        <p:nvPicPr>
          <p:cNvPr id="25" name="Bildobjekt 24" descr="Rue des Etuves : un boulet de canon encastré dans le mur, au n°30">
            <a:extLst>
              <a:ext uri="{FF2B5EF4-FFF2-40B4-BE49-F238E27FC236}">
                <a16:creationId xmlns:a16="http://schemas.microsoft.com/office/drawing/2014/main" id="{B048C9A8-6494-586A-C291-6F1377E9BEA0}"/>
              </a:ext>
            </a:extLst>
          </p:cNvPr>
          <p:cNvPicPr>
            <a:picLocks noChangeAspect="1"/>
          </p:cNvPicPr>
          <p:nvPr/>
        </p:nvPicPr>
        <p:blipFill>
          <a:blip r:embed="rId7"/>
          <a:srcRect l="17486" t="-254" r="15179" b="-59"/>
          <a:stretch>
            <a:fillRect/>
          </a:stretch>
        </p:blipFill>
        <p:spPr>
          <a:xfrm>
            <a:off x="456952" y="456873"/>
            <a:ext cx="5302104" cy="59431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4A23A"/>
        </a:solidFill>
        <a:effectLst/>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marL="0" indent="0">
              <a:buNone/>
            </a:pPr>
            <a:r>
              <a:rPr lang="en-US" sz="1800" i="1" kern="0" spc="600" dirty="0">
                <a:solidFill>
                  <a:srgbClr val="FFFFFF"/>
                </a:solidFill>
                <a:latin typeface="Georgia" pitchFamily="34" charset="0"/>
                <a:ea typeface="Georgia" pitchFamily="34" charset="-122"/>
                <a:cs typeface="Georgia" pitchFamily="34" charset="-120"/>
              </a:rPr>
              <a:t>Sektion 2</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Tågutflykter</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pPr marL="0" indent="0">
              <a:buNone/>
            </a:pPr>
            <a:r>
              <a:rPr lang="en-US" sz="2200" i="1" dirty="0">
                <a:solidFill>
                  <a:srgbClr val="FBF7F0"/>
                </a:solidFill>
                <a:latin typeface="Georgia" pitchFamily="34" charset="0"/>
                <a:ea typeface="Georgia" pitchFamily="34" charset="-122"/>
                <a:cs typeface="Georgia" pitchFamily="34" charset="-120"/>
              </a:rPr>
              <a:t>Dagsturer utan bil, från 20 min till 1 timme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2E7793"/>
          </a:solidFill>
          <a:ln w="12700">
            <a:solidFill>
              <a:srgbClr val="2E7793"/>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#07</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2E7793"/>
                </a:solidFill>
                <a:latin typeface="Calibri" pitchFamily="34" charset="0"/>
                <a:ea typeface="Calibri" pitchFamily="34" charset="-122"/>
                <a:cs typeface="Calibri" pitchFamily="34" charset="-120"/>
              </a:rPr>
              <a:t>FISKEHAMN, KANALER, BERG</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Sète</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Det franska Medelhavets största fiskehamn, ofta kallat 'Languedocs Venedig' tack vare sina kanaler. Klättra upp till Mont Saint-Clair för panoramautsikt, ät tielle (lokal bläckfiskpaj), promenera längs hamnen. Tåget från Saint-Roch tar bara 20 minuter.</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TER-tåg från Gare Saint-Roch, 20 min</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Tåg ~12 € t/r per person</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2E7793"/>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Tåg går varje halvtimme, ingen bokning behövs</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Tielle och fruits de mer vid hamnen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Bra strand 30 min söderut med liten lokalbuss</a:t>
            </a:r>
            <a:endParaRPr lang="en-US" sz="1200" dirty="0"/>
          </a:p>
        </p:txBody>
      </p:sp>
      <p:pic>
        <p:nvPicPr>
          <p:cNvPr id="24" name="Bildobjekt 23" descr="SÈTE | Montpellier Tourismus">
            <a:extLst>
              <a:ext uri="{FF2B5EF4-FFF2-40B4-BE49-F238E27FC236}">
                <a16:creationId xmlns:a16="http://schemas.microsoft.com/office/drawing/2014/main" id="{B19ADA0D-F298-9BF8-9122-DA5B3717E9F7}"/>
              </a:ext>
            </a:extLst>
          </p:cNvPr>
          <p:cNvPicPr>
            <a:picLocks noChangeAspect="1"/>
          </p:cNvPicPr>
          <p:nvPr/>
        </p:nvPicPr>
        <p:blipFill>
          <a:blip r:embed="rId7"/>
          <a:srcRect l="36575" t="468" r="18047" b="-352"/>
          <a:stretch>
            <a:fillRect/>
          </a:stretch>
        </p:blipFill>
        <p:spPr>
          <a:xfrm>
            <a:off x="442095" y="455341"/>
            <a:ext cx="5325921" cy="59404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D4A23A"/>
          </a:solidFill>
          <a:ln w="12700">
            <a:solidFill>
              <a:srgbClr val="D4A23A"/>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#08</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D4A23A"/>
                </a:solidFill>
                <a:latin typeface="Calibri" pitchFamily="34" charset="0"/>
                <a:ea typeface="Calibri" pitchFamily="34" charset="-122"/>
                <a:cs typeface="Calibri" pitchFamily="34" charset="-120"/>
              </a:rPr>
              <a:t>ROMERSKA RUINER, ARENAN</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Nîmes</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En av Frankrikes bäst bevarade romerska städer. Arenan från år 70 e.Kr. används fortfarande för konserter, Maison Carrée är ett intakt romerskt tempel (UNESCO 2023), och Jardins de la Fontaine ger svalka. Hela den historiska kärnan nås till fots från stationen.</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TER-tåg från Saint-Roch, 30 min</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Tåg ~16 € t/r, arena ~13 €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D4A23A"/>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Arena + Maison Carrée + Tour Magne kombo-biljett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Jardins de la Fontaine är gratis och svalt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Buss 168 går till Pont du Gard från Nîmes (45 min)</a:t>
            </a:r>
            <a:endParaRPr lang="en-US" sz="1200" dirty="0"/>
          </a:p>
        </p:txBody>
      </p:sp>
      <p:pic>
        <p:nvPicPr>
          <p:cNvPr id="23" name="Bildobjekt 22" descr="Self guided tour with interactive city game of Montpellier | musement">
            <a:extLst>
              <a:ext uri="{FF2B5EF4-FFF2-40B4-BE49-F238E27FC236}">
                <a16:creationId xmlns:a16="http://schemas.microsoft.com/office/drawing/2014/main" id="{CA84EE44-0F6A-3746-859B-A580156DBF57}"/>
              </a:ext>
            </a:extLst>
          </p:cNvPr>
          <p:cNvPicPr>
            <a:picLocks noChangeAspect="1"/>
          </p:cNvPicPr>
          <p:nvPr/>
        </p:nvPicPr>
        <p:blipFill>
          <a:blip r:embed="rId7"/>
          <a:srcRect l="28312" t="468" r="26654" b="-352"/>
          <a:stretch>
            <a:fillRect/>
          </a:stretch>
        </p:blipFill>
        <p:spPr>
          <a:xfrm>
            <a:off x="455341" y="455341"/>
            <a:ext cx="5306341" cy="59404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C26B4D"/>
          </a:solidFill>
          <a:ln w="12700">
            <a:solidFill>
              <a:srgbClr val="C26B4D"/>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#09</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C26B4D"/>
                </a:solidFill>
                <a:latin typeface="Calibri" pitchFamily="34" charset="0"/>
                <a:ea typeface="Calibri" pitchFamily="34" charset="-122"/>
                <a:cs typeface="Calibri" pitchFamily="34" charset="-120"/>
              </a:rPr>
              <a:t>ROMERSK AKVEDUKT, UNESCO</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Pont du Gard</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Det 2000 år gamla romerska akvedukten över floden Gardon, en av världens mest spektakulära ingenjörsbedrifter. UNESCO-listad, fri entré för fotgängare. Bada i floden under bron en het sommardag, klättra upp till översta nivån.</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Tåg till Nîmes + buss 168, ~1 tim totalt</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 fotgängare, parkering 9 €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C26B4D"/>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Ta med badkläder, floden är simbar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Lättare via tåg-buss än man tror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Nîmes kan kombineras på vägen tillbaka</a:t>
            </a:r>
            <a:endParaRPr lang="en-US" sz="1200" dirty="0"/>
          </a:p>
        </p:txBody>
      </p:sp>
      <p:pic>
        <p:nvPicPr>
          <p:cNvPr id="24" name="Bildobjekt 23" descr="Pont Du Gard Pictures | Download Free Images on Unsplash">
            <a:extLst>
              <a:ext uri="{FF2B5EF4-FFF2-40B4-BE49-F238E27FC236}">
                <a16:creationId xmlns:a16="http://schemas.microsoft.com/office/drawing/2014/main" id="{F6BAF1C4-65E2-B376-0F44-BB93BCB6472A}"/>
              </a:ext>
            </a:extLst>
          </p:cNvPr>
          <p:cNvPicPr>
            <a:picLocks noChangeAspect="1"/>
          </p:cNvPicPr>
          <p:nvPr/>
        </p:nvPicPr>
        <p:blipFill>
          <a:blip r:embed="rId7"/>
          <a:srcRect l="31276" t="-313" r="21728" b="156"/>
          <a:stretch>
            <a:fillRect/>
          </a:stretch>
        </p:blipFill>
        <p:spPr>
          <a:xfrm>
            <a:off x="455341" y="456503"/>
            <a:ext cx="5301769" cy="59543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#10</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6D2E46"/>
                </a:solidFill>
                <a:latin typeface="Calibri" pitchFamily="34" charset="0"/>
                <a:ea typeface="Calibri" pitchFamily="34" charset="-122"/>
                <a:cs typeface="Calibri" pitchFamily="34" charset="-120"/>
              </a:rPr>
              <a:t>MEDELTIDA STAD, FLAMINGOS</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Aigues-Mortes</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Helt intakt medeltida stad omgiven av höga 1200-talsmurar, byggd som utgångspunkt för Ludvig IX:s korståg. Ligger i Camargue-naturparken där rosa flamingos, vita hästar och svarta tjurar lever vilt. Klättra på murarna och se ut över saltsjöarna.</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TER-tåg från Saint-Roch, ~40 min</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Tåg ~10 € t/r, stadsmurar ~8 €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Klättra på stadsmuren för bästa flamingovy</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Lilla touristtåget till saltsjöarna</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Hela stan kan ses på 3–4 timmar</a:t>
            </a:r>
            <a:endParaRPr lang="en-US" sz="1200" dirty="0"/>
          </a:p>
        </p:txBody>
      </p:sp>
      <p:pic>
        <p:nvPicPr>
          <p:cNvPr id="23" name="Bildobjekt 22" descr="5 villages médiévaux du Languedoc à découvrir - Montpellier Wine Tours">
            <a:extLst>
              <a:ext uri="{FF2B5EF4-FFF2-40B4-BE49-F238E27FC236}">
                <a16:creationId xmlns:a16="http://schemas.microsoft.com/office/drawing/2014/main" id="{4CE3A748-ABFE-5610-732B-509FB1592A86}"/>
              </a:ext>
            </a:extLst>
          </p:cNvPr>
          <p:cNvPicPr>
            <a:picLocks noChangeAspect="1"/>
          </p:cNvPicPr>
          <p:nvPr/>
        </p:nvPicPr>
        <p:blipFill>
          <a:blip r:embed="rId7"/>
          <a:srcRect l="-175" t="5867" b="10737"/>
          <a:stretch>
            <a:fillRect/>
          </a:stretch>
        </p:blipFill>
        <p:spPr>
          <a:xfrm>
            <a:off x="459059" y="457200"/>
            <a:ext cx="5307986" cy="594869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9C4F35"/>
          </a:solidFill>
          <a:ln w="12700">
            <a:solidFill>
              <a:srgbClr val="9C4F35"/>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#11</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9C4F35"/>
                </a:solidFill>
                <a:latin typeface="Calibri" pitchFamily="34" charset="0"/>
                <a:ea typeface="Calibri" pitchFamily="34" charset="-122"/>
                <a:cs typeface="Calibri" pitchFamily="34" charset="-120"/>
              </a:rPr>
              <a:t>PÅVENS STAD</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Avignon</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Påvepalatset (Palais des Papes), 1300-talets största gotiska palats i Europa, plus den famosa bron 'Pont d'Avignon' som det går en barnvisa om. Hela gamla stan UNESCO-listad. Lite längre tågresa men värt det för en kulturdag.</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TER-tåg från Saint-Roch, ~1 tim 5 min</a:t>
            </a:r>
            <a:endParaRPr lang="en-US" sz="1100"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Heldag</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Tåg ~22 € t/r, palats ~12 €</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9C4F35"/>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Påvepalatset är vidsträckt, räkna 2+ timmar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Ät lunch i Les Halles d'Avignon (saluhallen)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Pont Saint-Bénézet är den famosa halvbron</a:t>
            </a:r>
            <a:endParaRPr lang="en-US" sz="1200" dirty="0"/>
          </a:p>
        </p:txBody>
      </p:sp>
      <p:pic>
        <p:nvPicPr>
          <p:cNvPr id="24" name="Bildobjekt 23" descr="Excursions autour Montpellier : top 20 des sorties à faire">
            <a:extLst>
              <a:ext uri="{FF2B5EF4-FFF2-40B4-BE49-F238E27FC236}">
                <a16:creationId xmlns:a16="http://schemas.microsoft.com/office/drawing/2014/main" id="{81029BDB-45C9-7C17-3A48-7295D4C32F3C}"/>
              </a:ext>
            </a:extLst>
          </p:cNvPr>
          <p:cNvPicPr>
            <a:picLocks noChangeAspect="1"/>
          </p:cNvPicPr>
          <p:nvPr/>
        </p:nvPicPr>
        <p:blipFill>
          <a:blip r:embed="rId7"/>
          <a:srcRect l="12900" t="156" r="28173" b="-313"/>
          <a:stretch>
            <a:fillRect/>
          </a:stretch>
        </p:blipFill>
        <p:spPr>
          <a:xfrm>
            <a:off x="456619" y="457781"/>
            <a:ext cx="5310109" cy="59517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7793"/>
        </a:solidFill>
        <a:effectLst/>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marL="0" indent="0">
              <a:buNone/>
            </a:pPr>
            <a:r>
              <a:rPr lang="en-US" sz="1800" i="1" kern="0" spc="600" dirty="0">
                <a:solidFill>
                  <a:srgbClr val="FFFFFF"/>
                </a:solidFill>
                <a:latin typeface="Georgia" pitchFamily="34" charset="0"/>
                <a:ea typeface="Georgia" pitchFamily="34" charset="-122"/>
                <a:cs typeface="Georgia" pitchFamily="34" charset="-120"/>
              </a:rPr>
              <a:t>Sektion 3</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Träning</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r>
              <a:rPr lang="en-US" sz="2200" i="1" err="1">
                <a:solidFill>
                  <a:srgbClr val="FBF7F0"/>
                </a:solidFill>
                <a:latin typeface="Georgia"/>
                <a:ea typeface="Georgia" pitchFamily="34" charset="-122"/>
                <a:cs typeface="Georgia" pitchFamily="34" charset="-120"/>
              </a:rPr>
              <a:t>Löprundor</a:t>
            </a:r>
            <a:r>
              <a:rPr lang="en-US" sz="2200" i="1">
                <a:solidFill>
                  <a:srgbClr val="FBF7F0"/>
                </a:solidFill>
                <a:latin typeface="Georgia"/>
                <a:ea typeface="Georgia" pitchFamily="34" charset="-122"/>
                <a:cs typeface="Georgia" pitchFamily="34" charset="-120"/>
              </a:rPr>
              <a:t> och </a:t>
            </a:r>
            <a:r>
              <a:rPr lang="en-US" sz="2200" i="1" err="1">
                <a:solidFill>
                  <a:srgbClr val="FBF7F0"/>
                </a:solidFill>
                <a:latin typeface="Georgia"/>
                <a:ea typeface="Georgia" pitchFamily="34" charset="-122"/>
                <a:cs typeface="Georgia" pitchFamily="34" charset="-120"/>
              </a:rPr>
              <a:t>utegym</a:t>
            </a:r>
            <a:r>
              <a:rPr lang="en-US" sz="2200" i="1">
                <a:solidFill>
                  <a:srgbClr val="FBF7F0"/>
                </a:solidFill>
                <a:latin typeface="Georgia"/>
                <a:ea typeface="Georgia" pitchFamily="34" charset="-122"/>
                <a:cs typeface="Georgia" pitchFamily="34" charset="-120"/>
              </a:rPr>
              <a:t> </a:t>
            </a:r>
            <a:endParaRPr lang="en-US" sz="2200">
              <a:latin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2E7793"/>
          </a:solidFill>
          <a:ln w="12700">
            <a:solidFill>
              <a:srgbClr val="2E7793"/>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#13</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2E7793"/>
                </a:solidFill>
                <a:latin typeface="Calibri" pitchFamily="34" charset="0"/>
                <a:ea typeface="Calibri" pitchFamily="34" charset="-122"/>
                <a:cs typeface="Calibri" pitchFamily="34" charset="-120"/>
              </a:rPr>
              <a:t>STADENS BÄSTA STREET WORKOUT</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Parc de la Rauze</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r>
              <a:rPr lang="en-US" sz="1400" dirty="0" err="1">
                <a:solidFill>
                  <a:srgbClr val="5C6B73"/>
                </a:solidFill>
                <a:latin typeface="Calibri"/>
                <a:ea typeface="Calibri"/>
                <a:cs typeface="Calibri"/>
              </a:rPr>
              <a:t>Närmaste</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utegym</a:t>
            </a:r>
            <a:r>
              <a:rPr lang="en-US" sz="1400" dirty="0">
                <a:solidFill>
                  <a:srgbClr val="5C6B73"/>
                </a:solidFill>
                <a:latin typeface="Calibri"/>
                <a:ea typeface="Calibri"/>
                <a:cs typeface="Calibri"/>
              </a:rPr>
              <a:t>, 750 m </a:t>
            </a:r>
            <a:r>
              <a:rPr lang="en-US" sz="1400" dirty="0" err="1">
                <a:solidFill>
                  <a:srgbClr val="5C6B73"/>
                </a:solidFill>
                <a:latin typeface="Calibri"/>
                <a:ea typeface="Calibri"/>
                <a:cs typeface="Calibri"/>
              </a:rPr>
              <a:t>från</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huset</a:t>
            </a:r>
            <a:r>
              <a:rPr lang="en-US" sz="1400" dirty="0">
                <a:solidFill>
                  <a:srgbClr val="5C6B73"/>
                </a:solidFill>
                <a:latin typeface="Calibri"/>
                <a:ea typeface="Calibri"/>
                <a:cs typeface="Calibri"/>
              </a:rPr>
              <a:t>. Bra u</a:t>
            </a:r>
            <a:r>
              <a:rPr lang="en-US" sz="1400" dirty="0" err="1">
                <a:solidFill>
                  <a:srgbClr val="5C6B73"/>
                </a:solidFill>
                <a:latin typeface="Calibri"/>
                <a:ea typeface="Calibri"/>
                <a:cs typeface="Calibri"/>
              </a:rPr>
              <a:t>tegym,</a:t>
            </a:r>
            <a:r>
              <a:rPr lang="en-US" sz="1400" dirty="0">
                <a:solidFill>
                  <a:srgbClr val="5C6B73"/>
                </a:solidFill>
                <a:latin typeface="Calibri"/>
                <a:ea typeface="Calibri"/>
                <a:cs typeface="Calibri"/>
              </a:rPr>
              <a:t> 8 m</a:t>
            </a:r>
            <a:r>
              <a:rPr lang="en-US" sz="1400" dirty="0" err="1">
                <a:solidFill>
                  <a:srgbClr val="5C6B73"/>
                </a:solidFill>
                <a:latin typeface="Calibri"/>
                <a:ea typeface="Calibri"/>
                <a:cs typeface="Calibri"/>
              </a:rPr>
              <a:t>oduler,</a:t>
            </a:r>
            <a:r>
              <a:rPr lang="en-US" sz="1400" dirty="0">
                <a:solidFill>
                  <a:srgbClr val="5C6B73"/>
                </a:solidFill>
                <a:latin typeface="Calibri"/>
                <a:ea typeface="Calibri"/>
                <a:cs typeface="Calibri"/>
              </a:rPr>
              <a:t> i</a:t>
            </a:r>
            <a:r>
              <a:rPr lang="en-US" sz="1400" dirty="0" err="1">
                <a:solidFill>
                  <a:srgbClr val="5C6B73"/>
                </a:solidFill>
                <a:latin typeface="Calibri"/>
                <a:ea typeface="Calibri"/>
                <a:cs typeface="Calibri"/>
              </a:rPr>
              <a:t>nvigt </a:t>
            </a:r>
            <a:r>
              <a:rPr lang="en-US" sz="1400" dirty="0">
                <a:solidFill>
                  <a:srgbClr val="5C6B73"/>
                </a:solidFill>
                <a:latin typeface="Calibri"/>
                <a:ea typeface="Calibri"/>
                <a:cs typeface="Calibri"/>
              </a:rPr>
              <a:t>2020. R</a:t>
            </a:r>
            <a:r>
              <a:rPr lang="en-US" sz="1400" dirty="0" err="1">
                <a:solidFill>
                  <a:srgbClr val="5C6B73"/>
                </a:solidFill>
                <a:latin typeface="Calibri"/>
                <a:ea typeface="Calibri"/>
                <a:cs typeface="Calibri"/>
              </a:rPr>
              <a:t>enoverat </a:t>
            </a:r>
            <a:r>
              <a:rPr lang="en-US" sz="1400" dirty="0">
                <a:solidFill>
                  <a:srgbClr val="5C6B73"/>
                </a:solidFill>
                <a:latin typeface="Calibri"/>
                <a:ea typeface="Calibri"/>
                <a:cs typeface="Calibri"/>
              </a:rPr>
              <a:t>med s</a:t>
            </a:r>
            <a:r>
              <a:rPr lang="en-US" sz="1400" dirty="0" err="1">
                <a:solidFill>
                  <a:srgbClr val="5C6B73"/>
                </a:solidFill>
                <a:latin typeface="Calibri"/>
                <a:ea typeface="Calibri"/>
                <a:cs typeface="Calibri"/>
              </a:rPr>
              <a:t>äkrare </a:t>
            </a:r>
            <a:r>
              <a:rPr lang="en-US" sz="1400" dirty="0">
                <a:solidFill>
                  <a:srgbClr val="5C6B73"/>
                </a:solidFill>
                <a:latin typeface="Calibri"/>
                <a:ea typeface="Calibri"/>
                <a:cs typeface="Calibri"/>
              </a:rPr>
              <a:t>u</a:t>
            </a:r>
            <a:r>
              <a:rPr lang="en-US" sz="1400" dirty="0" err="1">
                <a:solidFill>
                  <a:srgbClr val="5C6B73"/>
                </a:solidFill>
                <a:latin typeface="Calibri"/>
                <a:ea typeface="Calibri"/>
                <a:cs typeface="Calibri"/>
              </a:rPr>
              <a:t>nderlag,</a:t>
            </a:r>
            <a:r>
              <a:rPr lang="en-US" sz="1400" dirty="0">
                <a:solidFill>
                  <a:srgbClr val="5C6B73"/>
                </a:solidFill>
                <a:latin typeface="Calibri"/>
                <a:ea typeface="Calibri"/>
                <a:cs typeface="Calibri"/>
              </a:rPr>
              <a:t> r</a:t>
            </a:r>
            <a:r>
              <a:rPr lang="en-US" sz="1400" dirty="0" err="1">
                <a:solidFill>
                  <a:srgbClr val="5C6B73"/>
                </a:solidFill>
                <a:latin typeface="Calibri"/>
                <a:ea typeface="Calibri"/>
                <a:cs typeface="Calibri"/>
              </a:rPr>
              <a:t>ingar,</a:t>
            </a:r>
            <a:r>
              <a:rPr lang="en-US" sz="1400" dirty="0">
                <a:solidFill>
                  <a:srgbClr val="5C6B73"/>
                </a:solidFill>
                <a:latin typeface="Calibri"/>
                <a:ea typeface="Calibri"/>
                <a:cs typeface="Calibri"/>
              </a:rPr>
              <a:t> h</a:t>
            </a:r>
            <a:r>
              <a:rPr lang="en-US" sz="1400" dirty="0" err="1">
                <a:solidFill>
                  <a:srgbClr val="5C6B73"/>
                </a:solidFill>
                <a:latin typeface="Calibri"/>
                <a:ea typeface="Calibri"/>
                <a:cs typeface="Calibri"/>
              </a:rPr>
              <a:t>öjdvarierade </a:t>
            </a:r>
            <a:r>
              <a:rPr lang="en-US" sz="1400" dirty="0">
                <a:solidFill>
                  <a:srgbClr val="5C6B73"/>
                </a:solidFill>
                <a:latin typeface="Calibri"/>
                <a:ea typeface="Calibri"/>
                <a:cs typeface="Calibri"/>
              </a:rPr>
              <a:t>pull-up-s</a:t>
            </a:r>
            <a:r>
              <a:rPr lang="en-US" sz="1400" dirty="0" err="1">
                <a:solidFill>
                  <a:srgbClr val="5C6B73"/>
                </a:solidFill>
                <a:latin typeface="Calibri"/>
                <a:ea typeface="Calibri"/>
                <a:cs typeface="Calibri"/>
              </a:rPr>
              <a:t>tänger,</a:t>
            </a:r>
            <a:r>
              <a:rPr lang="en-US" sz="1400" dirty="0">
                <a:solidFill>
                  <a:srgbClr val="5C6B73"/>
                </a:solidFill>
                <a:latin typeface="Calibri"/>
                <a:ea typeface="Calibri"/>
                <a:cs typeface="Calibri"/>
              </a:rPr>
              <a:t> p</a:t>
            </a:r>
            <a:r>
              <a:rPr lang="en-US" sz="1400" dirty="0" err="1">
                <a:solidFill>
                  <a:srgbClr val="5C6B73"/>
                </a:solidFill>
                <a:latin typeface="Calibri"/>
                <a:ea typeface="Calibri"/>
                <a:cs typeface="Calibri"/>
              </a:rPr>
              <a:t>arallella </a:t>
            </a:r>
            <a:r>
              <a:rPr lang="en-US" sz="1400" dirty="0">
                <a:solidFill>
                  <a:srgbClr val="5C6B73"/>
                </a:solidFill>
                <a:latin typeface="Calibri"/>
                <a:ea typeface="Calibri"/>
                <a:cs typeface="Calibri"/>
              </a:rPr>
              <a:t>b</a:t>
            </a:r>
            <a:r>
              <a:rPr lang="en-US" sz="1400" dirty="0" err="1">
                <a:solidFill>
                  <a:srgbClr val="5C6B73"/>
                </a:solidFill>
                <a:latin typeface="Calibri"/>
                <a:ea typeface="Calibri"/>
                <a:cs typeface="Calibri"/>
              </a:rPr>
              <a:t>arr,</a:t>
            </a:r>
            <a:r>
              <a:rPr lang="en-US" sz="1400" dirty="0">
                <a:solidFill>
                  <a:srgbClr val="5C6B73"/>
                </a:solidFill>
                <a:latin typeface="Calibri"/>
                <a:ea typeface="Calibri"/>
                <a:cs typeface="Calibri"/>
              </a:rPr>
              <a:t> traction-stationer. 4.8 s</a:t>
            </a:r>
            <a:r>
              <a:rPr lang="en-US" sz="1400" dirty="0" err="1">
                <a:solidFill>
                  <a:srgbClr val="5C6B73"/>
                </a:solidFill>
                <a:latin typeface="Calibri"/>
                <a:ea typeface="Calibri"/>
                <a:cs typeface="Calibri"/>
              </a:rPr>
              <a:t>tjärnor </a:t>
            </a:r>
            <a:r>
              <a:rPr lang="en-US" sz="1400" dirty="0">
                <a:solidFill>
                  <a:srgbClr val="5C6B73"/>
                </a:solidFill>
                <a:latin typeface="Calibri"/>
                <a:ea typeface="Calibri"/>
                <a:cs typeface="Calibri"/>
              </a:rPr>
              <a:t>p</a:t>
            </a:r>
            <a:r>
              <a:rPr lang="en-US" sz="1400" dirty="0" err="1">
                <a:solidFill>
                  <a:srgbClr val="5C6B73"/>
                </a:solidFill>
                <a:latin typeface="Calibri"/>
                <a:ea typeface="Calibri"/>
                <a:cs typeface="Calibri"/>
              </a:rPr>
              <a:t>å </a:t>
            </a:r>
            <a:r>
              <a:rPr lang="en-US" sz="1400" dirty="0">
                <a:solidFill>
                  <a:srgbClr val="5C6B73"/>
                </a:solidFill>
                <a:latin typeface="Calibri"/>
                <a:ea typeface="Calibri"/>
                <a:cs typeface="Calibri"/>
              </a:rPr>
              <a:t>Google. </a:t>
            </a:r>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r>
              <a:rPr lang="en-US" sz="1100" b="1" dirty="0" err="1">
                <a:solidFill>
                  <a:srgbClr val="1A2E3B"/>
                </a:solidFill>
                <a:latin typeface="Calibri"/>
                <a:ea typeface="Calibri"/>
                <a:cs typeface="Calibri"/>
              </a:rPr>
              <a:t>Gå</a:t>
            </a:r>
            <a:r>
              <a:rPr lang="en-US" sz="1100" b="1" dirty="0">
                <a:solidFill>
                  <a:srgbClr val="1A2E3B"/>
                </a:solidFill>
                <a:latin typeface="Calibri"/>
                <a:ea typeface="Calibri"/>
                <a:cs typeface="Calibri"/>
              </a:rPr>
              <a:t>/</a:t>
            </a:r>
            <a:r>
              <a:rPr lang="en-US" sz="1100" b="1" dirty="0" err="1">
                <a:solidFill>
                  <a:srgbClr val="1A2E3B"/>
                </a:solidFill>
                <a:latin typeface="Calibri"/>
                <a:ea typeface="Calibri"/>
                <a:cs typeface="Calibri"/>
              </a:rPr>
              <a:t>springa</a:t>
            </a:r>
            <a:r>
              <a:rPr lang="en-US" sz="1100" b="1" dirty="0">
                <a:solidFill>
                  <a:srgbClr val="1A2E3B"/>
                </a:solidFill>
                <a:latin typeface="Calibri"/>
                <a:ea typeface="Calibri"/>
                <a:cs typeface="Calibri"/>
              </a:rPr>
              <a:t> 750 m</a:t>
            </a:r>
            <a:endParaRPr lang="sv-SE" dirty="0"/>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1–2 timmar</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2E7793"/>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Helt nyrenoverat, säkraste utrustningen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Bra för intermediate till advanced calisthenics</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Friendly community, fransmän som tränar</a:t>
            </a:r>
            <a:endParaRPr lang="en-US" sz="1200" dirty="0"/>
          </a:p>
        </p:txBody>
      </p:sp>
      <p:pic>
        <p:nvPicPr>
          <p:cNvPr id="23" name="Bildobjekt 22" descr="En bild som visar utomhus, himmel, moln, träd&#10;&#10;AI-genererat innehåll kan vara felaktigt.">
            <a:extLst>
              <a:ext uri="{FF2B5EF4-FFF2-40B4-BE49-F238E27FC236}">
                <a16:creationId xmlns:a16="http://schemas.microsoft.com/office/drawing/2014/main" id="{F9C5666E-9004-46AF-28E6-21D20F08CC5D}"/>
              </a:ext>
            </a:extLst>
          </p:cNvPr>
          <p:cNvPicPr>
            <a:picLocks noChangeAspect="1"/>
          </p:cNvPicPr>
          <p:nvPr/>
        </p:nvPicPr>
        <p:blipFill>
          <a:blip r:embed="rId7"/>
          <a:srcRect r="2397" b="116"/>
          <a:stretch>
            <a:fillRect/>
          </a:stretch>
        </p:blipFill>
        <p:spPr>
          <a:xfrm>
            <a:off x="456729" y="455341"/>
            <a:ext cx="5312253" cy="59404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7A9471"/>
          </a:solidFill>
          <a:ln w="12700">
            <a:solidFill>
              <a:srgbClr val="7A9471"/>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#14</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7A9471"/>
                </a:solidFill>
                <a:latin typeface="Calibri" pitchFamily="34" charset="0"/>
                <a:ea typeface="Calibri" pitchFamily="34" charset="-122"/>
                <a:cs typeface="Calibri" pitchFamily="34" charset="-120"/>
              </a:rPr>
              <a:t>STORT GRÖNT FÄLT, STREET WORKOUT</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Parc Georges Charpak</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r>
              <a:rPr lang="en-US" sz="1400" dirty="0">
                <a:solidFill>
                  <a:srgbClr val="5C6B73"/>
                </a:solidFill>
                <a:latin typeface="Calibri"/>
                <a:ea typeface="Calibri"/>
                <a:cs typeface="Calibri"/>
              </a:rPr>
              <a:t>10 </a:t>
            </a:r>
            <a:r>
              <a:rPr lang="en-US" sz="1400" dirty="0" err="1">
                <a:solidFill>
                  <a:srgbClr val="5C6B73"/>
                </a:solidFill>
                <a:latin typeface="Calibri"/>
                <a:ea typeface="Calibri"/>
                <a:cs typeface="Calibri"/>
              </a:rPr>
              <a:t>hektar</a:t>
            </a:r>
            <a:r>
              <a:rPr lang="en-US" sz="1400" dirty="0">
                <a:solidFill>
                  <a:srgbClr val="5C6B73"/>
                </a:solidFill>
                <a:latin typeface="Calibri"/>
                <a:ea typeface="Calibri"/>
                <a:cs typeface="Calibri"/>
              </a:rPr>
              <a:t> park </a:t>
            </a:r>
            <a:r>
              <a:rPr lang="en-US" sz="1400" dirty="0" err="1">
                <a:solidFill>
                  <a:srgbClr val="5C6B73"/>
                </a:solidFill>
                <a:latin typeface="Calibri"/>
                <a:ea typeface="Calibri"/>
                <a:cs typeface="Calibri"/>
              </a:rPr>
              <a:t>i</a:t>
            </a:r>
            <a:r>
              <a:rPr lang="en-US" sz="1400" dirty="0">
                <a:solidFill>
                  <a:srgbClr val="5C6B73"/>
                </a:solidFill>
                <a:latin typeface="Calibri"/>
                <a:ea typeface="Calibri"/>
                <a:cs typeface="Calibri"/>
              </a:rPr>
              <a:t> Antigone-</a:t>
            </a:r>
            <a:r>
              <a:rPr lang="en-US" sz="1400" dirty="0" err="1">
                <a:solidFill>
                  <a:srgbClr val="5C6B73"/>
                </a:solidFill>
                <a:latin typeface="Calibri"/>
                <a:ea typeface="Calibri"/>
                <a:cs typeface="Calibri"/>
              </a:rPr>
              <a:t>distriktet</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perfekt</a:t>
            </a:r>
            <a:r>
              <a:rPr lang="en-US" sz="1400" dirty="0">
                <a:solidFill>
                  <a:srgbClr val="5C6B73"/>
                </a:solidFill>
                <a:latin typeface="Calibri"/>
                <a:ea typeface="Calibri"/>
                <a:cs typeface="Calibri"/>
              </a:rPr>
              <a:t> för </a:t>
            </a:r>
            <a:r>
              <a:rPr lang="en-US" sz="1400" dirty="0" err="1">
                <a:solidFill>
                  <a:srgbClr val="5C6B73"/>
                </a:solidFill>
                <a:latin typeface="Calibri"/>
                <a:ea typeface="Calibri"/>
                <a:cs typeface="Calibri"/>
              </a:rPr>
              <a:t>en</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löprunda</a:t>
            </a:r>
            <a:r>
              <a:rPr lang="en-US" sz="1400" dirty="0">
                <a:solidFill>
                  <a:srgbClr val="5C6B73"/>
                </a:solidFill>
                <a:latin typeface="Calibri"/>
                <a:ea typeface="Calibri"/>
                <a:cs typeface="Calibri"/>
              </a:rPr>
              <a:t>. Har </a:t>
            </a:r>
            <a:r>
              <a:rPr lang="en-US" sz="1400" dirty="0" err="1">
                <a:solidFill>
                  <a:srgbClr val="5C6B73"/>
                </a:solidFill>
                <a:latin typeface="Calibri"/>
                <a:ea typeface="Calibri"/>
                <a:cs typeface="Calibri"/>
              </a:rPr>
              <a:t>ett</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mindre</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utegym</a:t>
            </a:r>
            <a:r>
              <a:rPr lang="en-US" sz="1400" dirty="0">
                <a:solidFill>
                  <a:srgbClr val="5C6B73"/>
                </a:solidFill>
                <a:latin typeface="Calibri"/>
                <a:ea typeface="Calibri"/>
                <a:cs typeface="Calibri"/>
              </a:rPr>
              <a:t>. Bra </a:t>
            </a:r>
            <a:r>
              <a:rPr lang="en-US" sz="1400" dirty="0" err="1">
                <a:solidFill>
                  <a:srgbClr val="5C6B73"/>
                </a:solidFill>
                <a:latin typeface="Calibri"/>
                <a:ea typeface="Calibri"/>
                <a:cs typeface="Calibri"/>
              </a:rPr>
              <a:t>utgångspunkt</a:t>
            </a:r>
            <a:r>
              <a:rPr lang="en-US" sz="1400" dirty="0">
                <a:solidFill>
                  <a:srgbClr val="5C6B73"/>
                </a:solidFill>
                <a:latin typeface="Calibri"/>
                <a:ea typeface="Calibri"/>
                <a:cs typeface="Calibri"/>
              </a:rPr>
              <a:t> för </a:t>
            </a:r>
            <a:r>
              <a:rPr lang="en-US" sz="1400" dirty="0" err="1">
                <a:solidFill>
                  <a:srgbClr val="5C6B73"/>
                </a:solidFill>
                <a:latin typeface="Calibri"/>
                <a:ea typeface="Calibri"/>
                <a:cs typeface="Calibri"/>
              </a:rPr>
              <a:t>en</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löprunda</a:t>
            </a:r>
            <a:r>
              <a:rPr lang="en-US" sz="1400" dirty="0">
                <a:solidFill>
                  <a:srgbClr val="5C6B73"/>
                </a:solidFill>
                <a:latin typeface="Calibri"/>
                <a:ea typeface="Calibri"/>
                <a:cs typeface="Calibri"/>
              </a:rPr>
              <a:t> </a:t>
            </a:r>
            <a:r>
              <a:rPr lang="en-US" sz="1400" dirty="0" err="1">
                <a:solidFill>
                  <a:srgbClr val="5C6B73"/>
                </a:solidFill>
                <a:latin typeface="Calibri"/>
                <a:ea typeface="Calibri"/>
                <a:cs typeface="Calibri"/>
              </a:rPr>
              <a:t>längs</a:t>
            </a:r>
            <a:r>
              <a:rPr lang="en-US" sz="1400" dirty="0">
                <a:solidFill>
                  <a:srgbClr val="5C6B73"/>
                </a:solidFill>
                <a:latin typeface="Calibri"/>
                <a:ea typeface="Calibri"/>
                <a:cs typeface="Calibri"/>
              </a:rPr>
              <a:t> Lez </a:t>
            </a:r>
            <a:r>
              <a:rPr lang="en-US" sz="1400" dirty="0" err="1">
                <a:solidFill>
                  <a:srgbClr val="5C6B73"/>
                </a:solidFill>
                <a:latin typeface="Calibri"/>
                <a:ea typeface="Calibri"/>
                <a:cs typeface="Calibri"/>
              </a:rPr>
              <a:t>ner</a:t>
            </a:r>
            <a:r>
              <a:rPr lang="en-US" sz="1400" dirty="0">
                <a:solidFill>
                  <a:srgbClr val="5C6B73"/>
                </a:solidFill>
                <a:latin typeface="Calibri"/>
                <a:ea typeface="Calibri"/>
                <a:cs typeface="Calibri"/>
              </a:rPr>
              <a:t> mot </a:t>
            </a:r>
            <a:r>
              <a:rPr lang="en-US" sz="1400" dirty="0" err="1">
                <a:solidFill>
                  <a:srgbClr val="5C6B73"/>
                </a:solidFill>
                <a:latin typeface="Calibri"/>
                <a:ea typeface="Calibri"/>
                <a:cs typeface="Calibri"/>
              </a:rPr>
              <a:t>havet</a:t>
            </a:r>
            <a:r>
              <a:rPr lang="en-US" sz="1400" dirty="0">
                <a:solidFill>
                  <a:srgbClr val="5C6B73"/>
                </a:solidFill>
                <a:latin typeface="Calibri"/>
                <a:ea typeface="Calibri"/>
                <a:cs typeface="Calibri"/>
              </a:rPr>
              <a:t>.</a:t>
            </a:r>
            <a:endParaRPr lang="en-US" sz="1400" dirty="0">
              <a:latin typeface="Calibri"/>
              <a:ea typeface="Calibri"/>
              <a:cs typeface="Calibri"/>
            </a:endParaRPr>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r>
              <a:rPr lang="en-US" sz="1100" b="1" dirty="0" err="1">
                <a:solidFill>
                  <a:srgbClr val="1A2E3B"/>
                </a:solidFill>
                <a:latin typeface="Calibri"/>
                <a:ea typeface="Calibri"/>
                <a:cs typeface="Calibri"/>
              </a:rPr>
              <a:t>Gå</a:t>
            </a:r>
            <a:r>
              <a:rPr lang="en-US" sz="1100" b="1" dirty="0">
                <a:solidFill>
                  <a:srgbClr val="1A2E3B"/>
                </a:solidFill>
                <a:latin typeface="Calibri"/>
                <a:ea typeface="Calibri"/>
                <a:cs typeface="Calibri"/>
              </a:rPr>
              <a:t>/</a:t>
            </a:r>
            <a:r>
              <a:rPr lang="en-US" sz="1100" b="1" dirty="0" err="1">
                <a:solidFill>
                  <a:srgbClr val="1A2E3B"/>
                </a:solidFill>
                <a:latin typeface="Calibri"/>
                <a:ea typeface="Calibri"/>
                <a:cs typeface="Calibri"/>
              </a:rPr>
              <a:t>springa</a:t>
            </a:r>
            <a:r>
              <a:rPr lang="en-US" sz="1100" b="1" dirty="0">
                <a:solidFill>
                  <a:srgbClr val="1A2E3B"/>
                </a:solidFill>
                <a:latin typeface="Calibri"/>
                <a:ea typeface="Calibri"/>
                <a:cs typeface="Calibri"/>
              </a:rPr>
              <a:t> 1500 m</a:t>
            </a:r>
            <a:endParaRPr lang="en-US" sz="1100" b="1" dirty="0">
              <a:solidFill>
                <a:srgbClr val="1A2E3B"/>
              </a:solidFill>
              <a:ea typeface="Calibri"/>
              <a:cs typeface="Calibri"/>
            </a:endParaRPr>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1–3 timmar</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 (öppet 8.30–17.30)</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7A9471"/>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a:ea typeface="Calibri"/>
                <a:cs typeface="Calibri"/>
              </a:rPr>
              <a:t>Stora </a:t>
            </a:r>
            <a:r>
              <a:rPr lang="en-US" sz="1200" dirty="0" err="1">
                <a:solidFill>
                  <a:srgbClr val="1A2E3B"/>
                </a:solidFill>
                <a:latin typeface="Calibri"/>
                <a:ea typeface="Calibri"/>
                <a:cs typeface="Calibri"/>
              </a:rPr>
              <a:t>gräsytor</a:t>
            </a:r>
            <a:endParaRPr lang="en-US" sz="1200" dirty="0" err="1">
              <a:latin typeface="Calibri"/>
              <a:ea typeface="Calibri"/>
              <a:cs typeface="Calibri"/>
            </a:endParaRPr>
          </a:p>
          <a:p>
            <a:pPr marL="342900" indent="-342900">
              <a:spcAft>
                <a:spcPts val="400"/>
              </a:spcAft>
              <a:buSzPct val="100000"/>
              <a:buChar char="•"/>
            </a:pPr>
            <a:r>
              <a:rPr lang="en-US" sz="1200" dirty="0" err="1">
                <a:solidFill>
                  <a:srgbClr val="1A2E3B"/>
                </a:solidFill>
                <a:latin typeface="Calibri"/>
                <a:ea typeface="Calibri"/>
                <a:cs typeface="Calibri"/>
              </a:rPr>
              <a:t>Cykelvägen</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längs</a:t>
            </a:r>
            <a:r>
              <a:rPr lang="en-US" sz="1200" dirty="0">
                <a:solidFill>
                  <a:srgbClr val="1A2E3B"/>
                </a:solidFill>
                <a:latin typeface="Calibri"/>
                <a:ea typeface="Calibri"/>
                <a:cs typeface="Calibri"/>
              </a:rPr>
              <a:t> Lez </a:t>
            </a:r>
            <a:r>
              <a:rPr lang="en-US" sz="1200" dirty="0" err="1">
                <a:solidFill>
                  <a:srgbClr val="1A2E3B"/>
                </a:solidFill>
                <a:latin typeface="Calibri"/>
                <a:ea typeface="Calibri"/>
                <a:cs typeface="Calibri"/>
              </a:rPr>
              <a:t>börjar</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här</a:t>
            </a:r>
            <a:endParaRPr lang="en-US" sz="1200" dirty="0" err="1">
              <a:latin typeface="Calibri"/>
              <a:ea typeface="Calibri"/>
              <a:cs typeface="Calibri"/>
            </a:endParaRPr>
          </a:p>
          <a:p>
            <a:pPr marL="342900" indent="-342900">
              <a:spcAft>
                <a:spcPts val="400"/>
              </a:spcAft>
              <a:buSzPct val="100000"/>
              <a:buChar char="•"/>
            </a:pPr>
            <a:r>
              <a:rPr lang="en-US" sz="1200" dirty="0">
                <a:solidFill>
                  <a:srgbClr val="1A2E3B"/>
                </a:solidFill>
                <a:latin typeface="Calibri"/>
                <a:ea typeface="Calibri"/>
                <a:cs typeface="Calibri"/>
              </a:rPr>
              <a:t>Stängt </a:t>
            </a:r>
            <a:r>
              <a:rPr lang="en-US" sz="1200" dirty="0" err="1">
                <a:solidFill>
                  <a:srgbClr val="1A2E3B"/>
                </a:solidFill>
                <a:latin typeface="Calibri"/>
                <a:ea typeface="Calibri"/>
                <a:cs typeface="Calibri"/>
              </a:rPr>
              <a:t>helger</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planera</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måndag</a:t>
            </a:r>
            <a:r>
              <a:rPr lang="en-US" sz="1200" dirty="0">
                <a:solidFill>
                  <a:srgbClr val="1A2E3B"/>
                </a:solidFill>
                <a:latin typeface="Calibri"/>
                <a:ea typeface="Calibri"/>
                <a:cs typeface="Calibri"/>
              </a:rPr>
              <a:t> till </a:t>
            </a:r>
            <a:r>
              <a:rPr lang="en-US" sz="1200" dirty="0" err="1">
                <a:solidFill>
                  <a:srgbClr val="1A2E3B"/>
                </a:solidFill>
                <a:latin typeface="Calibri"/>
                <a:ea typeface="Calibri"/>
                <a:cs typeface="Calibri"/>
              </a:rPr>
              <a:t>fredag</a:t>
            </a:r>
            <a:endParaRPr lang="en-US" sz="1200" dirty="0" err="1">
              <a:latin typeface="Calibri"/>
              <a:ea typeface="Calibri"/>
              <a:cs typeface="Calibri"/>
            </a:endParaRPr>
          </a:p>
        </p:txBody>
      </p:sp>
      <p:pic>
        <p:nvPicPr>
          <p:cNvPr id="24" name="Bildobjekt 23" descr="Parc Georges Charpak, quartier de Port Marianne à Montpellier ...">
            <a:extLst>
              <a:ext uri="{FF2B5EF4-FFF2-40B4-BE49-F238E27FC236}">
                <a16:creationId xmlns:a16="http://schemas.microsoft.com/office/drawing/2014/main" id="{8C86D456-0FE3-C104-C1D9-DB5A5B7BA5E5}"/>
              </a:ext>
            </a:extLst>
          </p:cNvPr>
          <p:cNvPicPr>
            <a:picLocks noChangeAspect="1"/>
          </p:cNvPicPr>
          <p:nvPr/>
        </p:nvPicPr>
        <p:blipFill>
          <a:blip r:embed="rId7"/>
          <a:srcRect l="2896" t="780" r="-149" b="-664"/>
          <a:stretch>
            <a:fillRect/>
          </a:stretch>
        </p:blipFill>
        <p:spPr>
          <a:xfrm>
            <a:off x="456729" y="455341"/>
            <a:ext cx="5311311" cy="594041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BF7F0"/>
        </a:solidFill>
        <a:effectLst/>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2E7793"/>
          </a:solidFill>
          <a:ln w="12700">
            <a:solidFill>
              <a:srgbClr val="2E7793"/>
            </a:solidFill>
            <a:prstDash val="solid"/>
          </a:ln>
        </p:spPr>
      </p:sp>
      <p:pic>
        <p:nvPicPr>
          <p:cNvPr id="3" name="Image 0" descr="preencoded.png"/>
          <p:cNvPicPr>
            <a:picLocks noChangeAspect="1"/>
          </p:cNvPicPr>
          <p:nvPr/>
        </p:nvPicPr>
        <p:blipFill>
          <a:blip r:embed="rId3"/>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marL="0" indent="0">
              <a:buNone/>
            </a:pPr>
            <a:r>
              <a:rPr lang="en-US" sz="1600" i="1" kern="0" spc="400" dirty="0">
                <a:solidFill>
                  <a:srgbClr val="FFFFFF"/>
                </a:solidFill>
                <a:latin typeface="Georgia" pitchFamily="34" charset="0"/>
                <a:ea typeface="Georgia" pitchFamily="34" charset="-122"/>
                <a:cs typeface="Georgia" pitchFamily="34" charset="-120"/>
              </a:rPr>
              <a:t>#15</a:t>
            </a:r>
            <a:endParaRPr lang="en-US" sz="1600" dirty="0"/>
          </a:p>
        </p:txBody>
      </p:sp>
      <p:sp>
        <p:nvSpPr>
          <p:cNvPr id="5" name="Text 2"/>
          <p:cNvSpPr/>
          <p:nvPr/>
        </p:nvSpPr>
        <p:spPr>
          <a:xfrm>
            <a:off x="457200" y="6126480"/>
            <a:ext cx="5303520" cy="274320"/>
          </a:xfrm>
          <a:prstGeom prst="rect">
            <a:avLst/>
          </a:prstGeom>
          <a:noFill/>
          <a:ln/>
        </p:spPr>
        <p:txBody>
          <a:bodyPr wrap="square" lIns="0" tIns="0" rIns="0" bIns="0" rtlCol="0" anchor="ctr"/>
          <a:lstStyle/>
          <a:p>
            <a:pPr marL="0" indent="0" algn="ctr">
              <a:buNone/>
            </a:pPr>
            <a:r>
              <a:rPr lang="en-US" sz="900" kern="0" spc="400" dirty="0">
                <a:solidFill>
                  <a:srgbClr val="FFFFFF"/>
                </a:solidFill>
                <a:latin typeface="Calibri" pitchFamily="34" charset="0"/>
                <a:ea typeface="Calibri" pitchFamily="34" charset="-122"/>
                <a:cs typeface="Calibri" pitchFamily="34" charset="-120"/>
              </a:rPr>
              <a:t>BYT GÄRNA UT MOT FOTO</a:t>
            </a:r>
            <a:endParaRPr lang="en-US" sz="900" dirty="0"/>
          </a:p>
        </p:txBody>
      </p:sp>
      <p:sp>
        <p:nvSpPr>
          <p:cNvPr id="6" name="Text 3"/>
          <p:cNvSpPr/>
          <p:nvPr/>
        </p:nvSpPr>
        <p:spPr>
          <a:xfrm>
            <a:off x="6126480" y="548640"/>
            <a:ext cx="5669280" cy="365760"/>
          </a:xfrm>
          <a:prstGeom prst="rect">
            <a:avLst/>
          </a:prstGeom>
          <a:noFill/>
          <a:ln/>
        </p:spPr>
        <p:txBody>
          <a:bodyPr wrap="square" lIns="0" tIns="0" rIns="0" bIns="0" rtlCol="0" anchor="ctr"/>
          <a:lstStyle/>
          <a:p>
            <a:pPr marL="0" indent="0">
              <a:buNone/>
            </a:pPr>
            <a:r>
              <a:rPr lang="en-US" sz="1200" b="1" kern="0" spc="400" dirty="0">
                <a:solidFill>
                  <a:srgbClr val="2E7793"/>
                </a:solidFill>
                <a:latin typeface="Calibri" pitchFamily="34" charset="0"/>
                <a:ea typeface="Calibri" pitchFamily="34" charset="-122"/>
                <a:cs typeface="Calibri" pitchFamily="34" charset="-120"/>
              </a:rPr>
              <a:t>LÖPNING LÄNGS LEZ-FLODEN</a:t>
            </a:r>
            <a:endParaRPr lang="en-US" sz="1200" dirty="0"/>
          </a:p>
        </p:txBody>
      </p:sp>
      <p:sp>
        <p:nvSpPr>
          <p:cNvPr id="7" name="Text 4"/>
          <p:cNvSpPr/>
          <p:nvPr/>
        </p:nvSpPr>
        <p:spPr>
          <a:xfrm>
            <a:off x="6126480" y="914400"/>
            <a:ext cx="5669280" cy="1280160"/>
          </a:xfrm>
          <a:prstGeom prst="rect">
            <a:avLst/>
          </a:prstGeom>
          <a:noFill/>
          <a:ln/>
        </p:spPr>
        <p:txBody>
          <a:bodyPr wrap="square" lIns="0" tIns="0" rIns="0" bIns="0" rtlCol="0" anchor="ctr"/>
          <a:lstStyle/>
          <a:p>
            <a:pPr marL="0" indent="0">
              <a:buNone/>
            </a:pPr>
            <a:r>
              <a:rPr lang="en-US" sz="3600" b="1" dirty="0">
                <a:solidFill>
                  <a:srgbClr val="1A2E3B"/>
                </a:solidFill>
                <a:latin typeface="Georgia" pitchFamily="34" charset="0"/>
                <a:ea typeface="Georgia" pitchFamily="34" charset="-122"/>
                <a:cs typeface="Georgia" pitchFamily="34" charset="-120"/>
              </a:rPr>
              <a:t>Cykelvägen längs Lez</a:t>
            </a:r>
            <a:endParaRPr lang="en-US" sz="3600" dirty="0"/>
          </a:p>
        </p:txBody>
      </p:sp>
      <p:sp>
        <p:nvSpPr>
          <p:cNvPr id="8" name="Text 5"/>
          <p:cNvSpPr/>
          <p:nvPr/>
        </p:nvSpPr>
        <p:spPr>
          <a:xfrm>
            <a:off x="6126480" y="2286000"/>
            <a:ext cx="5669280" cy="1371600"/>
          </a:xfrm>
          <a:prstGeom prst="rect">
            <a:avLst/>
          </a:prstGeom>
          <a:noFill/>
          <a:ln/>
        </p:spPr>
        <p:txBody>
          <a:bodyPr wrap="square" lIns="0" tIns="0" rIns="0" bIns="0" rtlCol="0" anchor="t"/>
          <a:lstStyle/>
          <a:p>
            <a:pPr marL="0" indent="0">
              <a:buNone/>
            </a:pPr>
            <a:r>
              <a:rPr lang="en-US" sz="1400" dirty="0">
                <a:solidFill>
                  <a:srgbClr val="5C6B73"/>
                </a:solidFill>
                <a:latin typeface="Calibri" pitchFamily="34" charset="0"/>
                <a:ea typeface="Calibri" pitchFamily="34" charset="-122"/>
                <a:cs typeface="Calibri" pitchFamily="34" charset="-120"/>
              </a:rPr>
              <a:t>Montpelliers bästa löprunda: cykelväg och löpstig längs floden Lez från Antigone hela vägen ner till havet vid Palavas (10 km). Platt, asfalterad, skuggig delvis. För Andreas i Varvet-bygget eller hela familjen för en kvällslöpning.</a:t>
            </a:r>
            <a:endParaRPr lang="en-US" sz="1400" dirty="0"/>
          </a:p>
        </p:txBody>
      </p:sp>
      <p:sp>
        <p:nvSpPr>
          <p:cNvPr id="9" name="Shape 6"/>
          <p:cNvSpPr/>
          <p:nvPr/>
        </p:nvSpPr>
        <p:spPr>
          <a:xfrm>
            <a:off x="6126480" y="3794760"/>
            <a:ext cx="1783080" cy="777240"/>
          </a:xfrm>
          <a:prstGeom prst="rect">
            <a:avLst/>
          </a:prstGeom>
          <a:solidFill>
            <a:srgbClr val="FFFFFF"/>
          </a:solidFill>
          <a:ln w="12700">
            <a:solidFill>
              <a:srgbClr val="E8DFD0"/>
            </a:solidFill>
            <a:prstDash val="solid"/>
          </a:ln>
        </p:spPr>
      </p:sp>
      <p:pic>
        <p:nvPicPr>
          <p:cNvPr id="10" name="Image 1" descr="preencoded.png"/>
          <p:cNvPicPr>
            <a:picLocks noChangeAspect="1"/>
          </p:cNvPicPr>
          <p:nvPr/>
        </p:nvPicPr>
        <p:blipFill>
          <a:blip r:embed="rId4"/>
          <a:stretch>
            <a:fillRect/>
          </a:stretch>
        </p:blipFill>
        <p:spPr>
          <a:xfrm>
            <a:off x="6263640" y="3931920"/>
            <a:ext cx="274320" cy="274320"/>
          </a:xfrm>
          <a:prstGeom prst="rect">
            <a:avLst/>
          </a:prstGeom>
        </p:spPr>
      </p:pic>
      <p:sp>
        <p:nvSpPr>
          <p:cNvPr id="11" name="Text 7"/>
          <p:cNvSpPr/>
          <p:nvPr/>
        </p:nvSpPr>
        <p:spPr>
          <a:xfrm>
            <a:off x="6629400"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TA SIG DIT</a:t>
            </a:r>
            <a:endParaRPr lang="en-US" sz="800" dirty="0"/>
          </a:p>
        </p:txBody>
      </p:sp>
      <p:sp>
        <p:nvSpPr>
          <p:cNvPr id="12" name="Text 8"/>
          <p:cNvSpPr/>
          <p:nvPr/>
        </p:nvSpPr>
        <p:spPr>
          <a:xfrm>
            <a:off x="6629400" y="4114800"/>
            <a:ext cx="1234440" cy="411480"/>
          </a:xfrm>
          <a:prstGeom prst="rect">
            <a:avLst/>
          </a:prstGeom>
          <a:noFill/>
          <a:ln/>
        </p:spPr>
        <p:txBody>
          <a:bodyPr wrap="square" lIns="0" tIns="0" rIns="0" bIns="0" rtlCol="0" anchor="ctr"/>
          <a:lstStyle/>
          <a:p>
            <a:r>
              <a:rPr lang="en-US" sz="1100" b="1" dirty="0">
                <a:solidFill>
                  <a:srgbClr val="1A2E3B"/>
                </a:solidFill>
                <a:latin typeface="Calibri"/>
                <a:ea typeface="Calibri"/>
                <a:cs typeface="Calibri"/>
              </a:rPr>
              <a:t>200 m </a:t>
            </a:r>
            <a:r>
              <a:rPr lang="en-US" sz="1100" b="1" dirty="0" err="1">
                <a:solidFill>
                  <a:srgbClr val="1A2E3B"/>
                </a:solidFill>
                <a:latin typeface="Calibri"/>
                <a:ea typeface="Calibri"/>
                <a:cs typeface="Calibri"/>
              </a:rPr>
              <a:t>från</a:t>
            </a:r>
            <a:r>
              <a:rPr lang="en-US" sz="1100" b="1" dirty="0">
                <a:solidFill>
                  <a:srgbClr val="1A2E3B"/>
                </a:solidFill>
                <a:latin typeface="Calibri"/>
                <a:ea typeface="Calibri"/>
                <a:cs typeface="Calibri"/>
              </a:rPr>
              <a:t> </a:t>
            </a:r>
            <a:r>
              <a:rPr lang="en-US" sz="1100" b="1" dirty="0" err="1">
                <a:solidFill>
                  <a:srgbClr val="1A2E3B"/>
                </a:solidFill>
                <a:latin typeface="Calibri"/>
                <a:ea typeface="Calibri"/>
                <a:cs typeface="Calibri"/>
              </a:rPr>
              <a:t>huset</a:t>
            </a:r>
            <a:endParaRPr lang="sv-SE" dirty="0" err="1"/>
          </a:p>
        </p:txBody>
      </p:sp>
      <p:sp>
        <p:nvSpPr>
          <p:cNvPr id="13" name="Shape 9"/>
          <p:cNvSpPr/>
          <p:nvPr/>
        </p:nvSpPr>
        <p:spPr>
          <a:xfrm>
            <a:off x="8074152" y="3794760"/>
            <a:ext cx="1783080" cy="777240"/>
          </a:xfrm>
          <a:prstGeom prst="rect">
            <a:avLst/>
          </a:prstGeom>
          <a:solidFill>
            <a:srgbClr val="FFFFFF"/>
          </a:solidFill>
          <a:ln w="12700">
            <a:solidFill>
              <a:srgbClr val="E8DFD0"/>
            </a:solidFill>
            <a:prstDash val="solid"/>
          </a:ln>
        </p:spPr>
      </p:sp>
      <p:pic>
        <p:nvPicPr>
          <p:cNvPr id="14" name="Image 2" descr="preencoded.png"/>
          <p:cNvPicPr>
            <a:picLocks noChangeAspect="1"/>
          </p:cNvPicPr>
          <p:nvPr/>
        </p:nvPicPr>
        <p:blipFill>
          <a:blip r:embed="rId5"/>
          <a:stretch>
            <a:fillRect/>
          </a:stretch>
        </p:blipFill>
        <p:spPr>
          <a:xfrm>
            <a:off x="8211312" y="3931920"/>
            <a:ext cx="274320" cy="274320"/>
          </a:xfrm>
          <a:prstGeom prst="rect">
            <a:avLst/>
          </a:prstGeom>
        </p:spPr>
      </p:pic>
      <p:sp>
        <p:nvSpPr>
          <p:cNvPr id="15" name="Text 10"/>
          <p:cNvSpPr/>
          <p:nvPr/>
        </p:nvSpPr>
        <p:spPr>
          <a:xfrm>
            <a:off x="8577072"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TIDSÅTGÅNG</a:t>
            </a:r>
            <a:endParaRPr lang="en-US" sz="800" dirty="0"/>
          </a:p>
        </p:txBody>
      </p:sp>
      <p:sp>
        <p:nvSpPr>
          <p:cNvPr id="16" name="Text 11"/>
          <p:cNvSpPr/>
          <p:nvPr/>
        </p:nvSpPr>
        <p:spPr>
          <a:xfrm>
            <a:off x="8577072"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30 min till 2 timmar</a:t>
            </a:r>
            <a:endParaRPr lang="en-US" sz="1100" dirty="0"/>
          </a:p>
        </p:txBody>
      </p:sp>
      <p:sp>
        <p:nvSpPr>
          <p:cNvPr id="17" name="Shape 12"/>
          <p:cNvSpPr/>
          <p:nvPr/>
        </p:nvSpPr>
        <p:spPr>
          <a:xfrm>
            <a:off x="10021824" y="3794760"/>
            <a:ext cx="1783080" cy="777240"/>
          </a:xfrm>
          <a:prstGeom prst="rect">
            <a:avLst/>
          </a:prstGeom>
          <a:solidFill>
            <a:srgbClr val="FFFFFF"/>
          </a:solidFill>
          <a:ln w="12700">
            <a:solidFill>
              <a:srgbClr val="E8DFD0"/>
            </a:solidFill>
            <a:prstDash val="solid"/>
          </a:ln>
        </p:spPr>
      </p:sp>
      <p:pic>
        <p:nvPicPr>
          <p:cNvPr id="18" name="Image 3" descr="preencoded.png"/>
          <p:cNvPicPr>
            <a:picLocks noChangeAspect="1"/>
          </p:cNvPicPr>
          <p:nvPr/>
        </p:nvPicPr>
        <p:blipFill>
          <a:blip r:embed="rId6"/>
          <a:stretch>
            <a:fillRect/>
          </a:stretch>
        </p:blipFill>
        <p:spPr>
          <a:xfrm>
            <a:off x="10158984" y="3931920"/>
            <a:ext cx="274320" cy="274320"/>
          </a:xfrm>
          <a:prstGeom prst="rect">
            <a:avLst/>
          </a:prstGeom>
        </p:spPr>
      </p:pic>
      <p:sp>
        <p:nvSpPr>
          <p:cNvPr id="19" name="Text 13"/>
          <p:cNvSpPr/>
          <p:nvPr/>
        </p:nvSpPr>
        <p:spPr>
          <a:xfrm>
            <a:off x="10524744" y="3886200"/>
            <a:ext cx="1234440" cy="228600"/>
          </a:xfrm>
          <a:prstGeom prst="rect">
            <a:avLst/>
          </a:prstGeom>
          <a:noFill/>
          <a:ln/>
        </p:spPr>
        <p:txBody>
          <a:bodyPr wrap="square" lIns="0" tIns="0" rIns="0" bIns="0" rtlCol="0" anchor="ctr"/>
          <a:lstStyle/>
          <a:p>
            <a:pPr marL="0" indent="0">
              <a:buNone/>
            </a:pPr>
            <a:r>
              <a:rPr lang="en-US" sz="800" b="1" kern="0" spc="200" dirty="0">
                <a:solidFill>
                  <a:srgbClr val="5C6B73"/>
                </a:solidFill>
                <a:latin typeface="Calibri" pitchFamily="34" charset="0"/>
                <a:ea typeface="Calibri" pitchFamily="34" charset="-122"/>
                <a:cs typeface="Calibri" pitchFamily="34" charset="-120"/>
              </a:rPr>
              <a:t>KOSTNAD</a:t>
            </a:r>
            <a:endParaRPr lang="en-US" sz="800" dirty="0"/>
          </a:p>
        </p:txBody>
      </p:sp>
      <p:sp>
        <p:nvSpPr>
          <p:cNvPr id="20" name="Text 14"/>
          <p:cNvSpPr/>
          <p:nvPr/>
        </p:nvSpPr>
        <p:spPr>
          <a:xfrm>
            <a:off x="10524744" y="4114800"/>
            <a:ext cx="1234440" cy="411480"/>
          </a:xfrm>
          <a:prstGeom prst="rect">
            <a:avLst/>
          </a:prstGeom>
          <a:noFill/>
          <a:ln/>
        </p:spPr>
        <p:txBody>
          <a:bodyPr wrap="square" lIns="0" tIns="0" rIns="0" bIns="0" rtlCol="0" anchor="ctr"/>
          <a:lstStyle/>
          <a:p>
            <a:pPr marL="0" indent="0">
              <a:buNone/>
            </a:pPr>
            <a:r>
              <a:rPr lang="en-US" sz="1100" b="1" dirty="0">
                <a:solidFill>
                  <a:srgbClr val="1A2E3B"/>
                </a:solidFill>
                <a:latin typeface="Calibri" pitchFamily="34" charset="0"/>
                <a:ea typeface="Calibri" pitchFamily="34" charset="-122"/>
                <a:cs typeface="Calibri" pitchFamily="34" charset="-120"/>
              </a:rPr>
              <a:t>Gratis</a:t>
            </a:r>
            <a:endParaRPr lang="en-US" sz="1100" dirty="0"/>
          </a:p>
        </p:txBody>
      </p:sp>
      <p:sp>
        <p:nvSpPr>
          <p:cNvPr id="21" name="Text 15"/>
          <p:cNvSpPr/>
          <p:nvPr/>
        </p:nvSpPr>
        <p:spPr>
          <a:xfrm>
            <a:off x="6126480" y="4800600"/>
            <a:ext cx="5669280" cy="274320"/>
          </a:xfrm>
          <a:prstGeom prst="rect">
            <a:avLst/>
          </a:prstGeom>
          <a:noFill/>
          <a:ln/>
        </p:spPr>
        <p:txBody>
          <a:bodyPr wrap="square" lIns="0" tIns="0" rIns="0" bIns="0" rtlCol="0" anchor="ctr"/>
          <a:lstStyle/>
          <a:p>
            <a:pPr marL="0" indent="0">
              <a:buNone/>
            </a:pPr>
            <a:r>
              <a:rPr lang="en-US" sz="1000" b="1" kern="0" spc="400" dirty="0">
                <a:solidFill>
                  <a:srgbClr val="2E7793"/>
                </a:solidFill>
                <a:latin typeface="Calibri" pitchFamily="34" charset="0"/>
                <a:ea typeface="Calibri" pitchFamily="34" charset="-122"/>
                <a:cs typeface="Calibri" pitchFamily="34" charset="-120"/>
              </a:rPr>
              <a:t>PRAKTISKA TIPS</a:t>
            </a:r>
            <a:endParaRPr lang="en-US" sz="1000" dirty="0"/>
          </a:p>
        </p:txBody>
      </p:sp>
      <p:sp>
        <p:nvSpPr>
          <p:cNvPr id="22" name="Text 16"/>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a:ea typeface="Calibri"/>
                <a:cs typeface="Calibri"/>
              </a:rPr>
              <a:t>Spring </a:t>
            </a:r>
            <a:r>
              <a:rPr lang="en-US" sz="1200" dirty="0" err="1">
                <a:solidFill>
                  <a:srgbClr val="1A2E3B"/>
                </a:solidFill>
                <a:latin typeface="Calibri"/>
                <a:ea typeface="Calibri"/>
                <a:cs typeface="Calibri"/>
              </a:rPr>
              <a:t>morgon</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eller</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kväll</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när</a:t>
            </a:r>
            <a:r>
              <a:rPr lang="en-US" sz="1200" dirty="0">
                <a:solidFill>
                  <a:srgbClr val="1A2E3B"/>
                </a:solidFill>
                <a:latin typeface="Calibri"/>
                <a:ea typeface="Calibri"/>
                <a:cs typeface="Calibri"/>
              </a:rPr>
              <a:t> det </a:t>
            </a:r>
            <a:r>
              <a:rPr lang="en-US" sz="1200" dirty="0" err="1">
                <a:solidFill>
                  <a:srgbClr val="1A2E3B"/>
                </a:solidFill>
                <a:latin typeface="Calibri"/>
                <a:ea typeface="Calibri"/>
                <a:cs typeface="Calibri"/>
              </a:rPr>
              <a:t>är</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svalare</a:t>
            </a:r>
            <a:endParaRPr lang="en-US" sz="1200" dirty="0" err="1">
              <a:solidFill>
                <a:srgbClr val="1A2E3B"/>
              </a:solidFill>
              <a:ea typeface="Calibri"/>
              <a:cs typeface="Calibri"/>
            </a:endParaRPr>
          </a:p>
          <a:p>
            <a:pPr marL="342900" indent="-342900">
              <a:spcAft>
                <a:spcPts val="400"/>
              </a:spcAft>
              <a:buSzPct val="100000"/>
              <a:buChar char="•"/>
            </a:pPr>
            <a:r>
              <a:rPr lang="en-US" sz="1200" dirty="0" err="1">
                <a:solidFill>
                  <a:srgbClr val="1A2E3B"/>
                </a:solidFill>
                <a:latin typeface="Calibri"/>
                <a:ea typeface="Calibri"/>
                <a:cs typeface="Calibri"/>
              </a:rPr>
              <a:t>Vänd</a:t>
            </a:r>
            <a:r>
              <a:rPr lang="en-US" sz="1200" dirty="0">
                <a:solidFill>
                  <a:srgbClr val="1A2E3B"/>
                </a:solidFill>
                <a:latin typeface="Calibri"/>
                <a:ea typeface="Calibri"/>
                <a:cs typeface="Calibri"/>
              </a:rPr>
              <a:t> vid </a:t>
            </a:r>
            <a:r>
              <a:rPr lang="en-US" sz="1200" dirty="0" err="1">
                <a:solidFill>
                  <a:srgbClr val="1A2E3B"/>
                </a:solidFill>
                <a:latin typeface="Calibri"/>
                <a:ea typeface="Calibri"/>
                <a:cs typeface="Calibri"/>
              </a:rPr>
              <a:t>valfri</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punkt</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eller</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hela</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vägen</a:t>
            </a:r>
            <a:r>
              <a:rPr lang="en-US" sz="1200" dirty="0">
                <a:solidFill>
                  <a:srgbClr val="1A2E3B"/>
                </a:solidFill>
                <a:latin typeface="Calibri"/>
                <a:ea typeface="Calibri"/>
                <a:cs typeface="Calibri"/>
              </a:rPr>
              <a:t> 20 km t/r</a:t>
            </a:r>
            <a:endParaRPr lang="en-US" sz="1200" dirty="0">
              <a:latin typeface="Calibri"/>
              <a:ea typeface="Calibri"/>
              <a:cs typeface="Calibri"/>
            </a:endParaRPr>
          </a:p>
          <a:p>
            <a:pPr marL="342900" indent="-342900">
              <a:spcAft>
                <a:spcPts val="400"/>
              </a:spcAft>
              <a:buSzPct val="100000"/>
              <a:buChar char="•"/>
            </a:pPr>
            <a:r>
              <a:rPr lang="en-US" sz="1200" dirty="0">
                <a:solidFill>
                  <a:srgbClr val="1A2E3B"/>
                </a:solidFill>
                <a:latin typeface="Calibri"/>
                <a:ea typeface="Calibri"/>
                <a:cs typeface="Calibri"/>
              </a:rPr>
              <a:t>Ta </a:t>
            </a:r>
            <a:r>
              <a:rPr lang="en-US" sz="1200" dirty="0" err="1">
                <a:solidFill>
                  <a:srgbClr val="1A2E3B"/>
                </a:solidFill>
                <a:latin typeface="Calibri"/>
                <a:ea typeface="Calibri"/>
                <a:cs typeface="Calibri"/>
              </a:rPr>
              <a:t>vatten</a:t>
            </a:r>
            <a:r>
              <a:rPr lang="en-US" sz="1200" dirty="0">
                <a:solidFill>
                  <a:srgbClr val="1A2E3B"/>
                </a:solidFill>
                <a:latin typeface="Calibri"/>
                <a:ea typeface="Calibri"/>
                <a:cs typeface="Calibri"/>
              </a:rPr>
              <a:t>, det </a:t>
            </a:r>
            <a:r>
              <a:rPr lang="en-US" sz="1200" dirty="0" err="1">
                <a:solidFill>
                  <a:srgbClr val="1A2E3B"/>
                </a:solidFill>
                <a:latin typeface="Calibri"/>
                <a:ea typeface="Calibri"/>
                <a:cs typeface="Calibri"/>
              </a:rPr>
              <a:t>finns</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vattenposter</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på</a:t>
            </a:r>
            <a:r>
              <a:rPr lang="en-US" sz="1200" dirty="0">
                <a:solidFill>
                  <a:srgbClr val="1A2E3B"/>
                </a:solidFill>
                <a:latin typeface="Calibri"/>
                <a:ea typeface="Calibri"/>
                <a:cs typeface="Calibri"/>
              </a:rPr>
              <a:t> </a:t>
            </a:r>
            <a:r>
              <a:rPr lang="en-US" sz="1200" dirty="0" err="1">
                <a:solidFill>
                  <a:srgbClr val="1A2E3B"/>
                </a:solidFill>
                <a:latin typeface="Calibri"/>
                <a:ea typeface="Calibri"/>
                <a:cs typeface="Calibri"/>
              </a:rPr>
              <a:t>vägen</a:t>
            </a:r>
            <a:endParaRPr lang="en-US" sz="1200" dirty="0" err="1">
              <a:latin typeface="Calibri"/>
              <a:ea typeface="Calibri"/>
              <a:cs typeface="Calibri"/>
            </a:endParaRPr>
          </a:p>
        </p:txBody>
      </p:sp>
      <p:pic>
        <p:nvPicPr>
          <p:cNvPr id="24" name="Bildobjekt 23" descr="En bild som visar utomhus, träd, himmel, växt&#10;&#10;AI-genererat innehåll kan vara felaktigt.">
            <a:extLst>
              <a:ext uri="{FF2B5EF4-FFF2-40B4-BE49-F238E27FC236}">
                <a16:creationId xmlns:a16="http://schemas.microsoft.com/office/drawing/2014/main" id="{4A6710EB-B4C0-EF2C-2CC9-7352170E53D5}"/>
              </a:ext>
            </a:extLst>
          </p:cNvPr>
          <p:cNvPicPr>
            <a:picLocks noChangeAspect="1"/>
          </p:cNvPicPr>
          <p:nvPr/>
        </p:nvPicPr>
        <p:blipFill>
          <a:blip r:embed="rId7"/>
          <a:srcRect l="40533" r="8708" b="116"/>
          <a:stretch>
            <a:fillRect/>
          </a:stretch>
        </p:blipFill>
        <p:spPr>
          <a:xfrm>
            <a:off x="457147" y="455341"/>
            <a:ext cx="5309294" cy="59404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1A2E3B"/>
        </a:solid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82296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Sammanfattning</a:t>
            </a:r>
            <a:endParaRPr lang="en-US" sz="4400" dirty="0"/>
          </a:p>
        </p:txBody>
      </p:sp>
      <p:sp>
        <p:nvSpPr>
          <p:cNvPr id="3" name="Text 1"/>
          <p:cNvSpPr/>
          <p:nvPr/>
        </p:nvSpPr>
        <p:spPr>
          <a:xfrm>
            <a:off x="640080" y="1554480"/>
            <a:ext cx="10972800" cy="548640"/>
          </a:xfrm>
          <a:prstGeom prst="rect">
            <a:avLst/>
          </a:prstGeom>
          <a:noFill/>
          <a:ln/>
        </p:spPr>
        <p:txBody>
          <a:bodyPr wrap="square" lIns="0" tIns="0" rIns="0" bIns="0" rtlCol="0" anchor="ctr"/>
          <a:lstStyle/>
          <a:p>
            <a:pPr marL="0" indent="0">
              <a:buNone/>
            </a:pPr>
            <a:r>
              <a:rPr lang="en-US" sz="1600" i="1" dirty="0">
                <a:solidFill>
                  <a:srgbClr val="E8DFD0"/>
                </a:solidFill>
                <a:latin typeface="Calibri" pitchFamily="34" charset="0"/>
                <a:ea typeface="Calibri" pitchFamily="34" charset="-122"/>
                <a:cs typeface="Calibri" pitchFamily="34" charset="-120"/>
              </a:rPr>
              <a:t>Tre nya kategorier ovanpå hemmaprogrammet, alla nåbara utan bil.</a:t>
            </a:r>
            <a:endParaRPr lang="en-US" sz="1600" dirty="0"/>
          </a:p>
        </p:txBody>
      </p:sp>
      <p:sp>
        <p:nvSpPr>
          <p:cNvPr id="4" name="Shape 2"/>
          <p:cNvSpPr/>
          <p:nvPr/>
        </p:nvSpPr>
        <p:spPr>
          <a:xfrm>
            <a:off x="640080" y="2377440"/>
            <a:ext cx="3657600" cy="3840480"/>
          </a:xfrm>
          <a:prstGeom prst="rect">
            <a:avLst/>
          </a:prstGeom>
          <a:solidFill>
            <a:srgbClr val="2A4150"/>
          </a:solidFill>
          <a:ln w="12700">
            <a:solidFill>
              <a:srgbClr val="2A4150"/>
            </a:solidFill>
            <a:prstDash val="solid"/>
          </a:ln>
        </p:spPr>
      </p:sp>
      <p:sp>
        <p:nvSpPr>
          <p:cNvPr id="5" name="Shape 3"/>
          <p:cNvSpPr/>
          <p:nvPr/>
        </p:nvSpPr>
        <p:spPr>
          <a:xfrm>
            <a:off x="640080" y="2377440"/>
            <a:ext cx="91440" cy="3840480"/>
          </a:xfrm>
          <a:prstGeom prst="rect">
            <a:avLst/>
          </a:prstGeom>
          <a:solidFill>
            <a:srgbClr val="6D2E46"/>
          </a:solidFill>
          <a:ln w="12700">
            <a:solidFill>
              <a:srgbClr val="6D2E46"/>
            </a:solidFill>
            <a:prstDash val="solid"/>
          </a:ln>
        </p:spPr>
      </p:sp>
      <p:sp>
        <p:nvSpPr>
          <p:cNvPr id="6" name="Text 4"/>
          <p:cNvSpPr/>
          <p:nvPr/>
        </p:nvSpPr>
        <p:spPr>
          <a:xfrm>
            <a:off x="914400" y="2651760"/>
            <a:ext cx="3108960" cy="457200"/>
          </a:xfrm>
          <a:prstGeom prst="rect">
            <a:avLst/>
          </a:prstGeom>
          <a:noFill/>
          <a:ln/>
        </p:spPr>
        <p:txBody>
          <a:bodyPr wrap="square" lIns="0" tIns="0" rIns="0" bIns="0" rtlCol="0" anchor="ctr"/>
          <a:lstStyle/>
          <a:p>
            <a:pPr marL="0" indent="0">
              <a:buNone/>
            </a:pPr>
            <a:r>
              <a:rPr lang="en-US" sz="2200" b="1" dirty="0">
                <a:solidFill>
                  <a:srgbClr val="6D2E46"/>
                </a:solidFill>
                <a:latin typeface="Georgia" pitchFamily="34" charset="0"/>
                <a:ea typeface="Georgia" pitchFamily="34" charset="-122"/>
                <a:cs typeface="Georgia" pitchFamily="34" charset="-120"/>
              </a:rPr>
              <a:t>Hidden gems</a:t>
            </a:r>
            <a:endParaRPr lang="en-US" sz="2200" dirty="0"/>
          </a:p>
        </p:txBody>
      </p:sp>
      <p:sp>
        <p:nvSpPr>
          <p:cNvPr id="7" name="Text 5"/>
          <p:cNvSpPr/>
          <p:nvPr/>
        </p:nvSpPr>
        <p:spPr>
          <a:xfrm>
            <a:off x="914400" y="3291840"/>
            <a:ext cx="3108960" cy="2743200"/>
          </a:xfrm>
          <a:prstGeom prst="rect">
            <a:avLst/>
          </a:prstGeom>
          <a:noFill/>
          <a:ln/>
        </p:spPr>
        <p:txBody>
          <a:bodyPr wrap="square" lIns="0" tIns="0" rIns="0" bIns="0" rtlCol="0" anchor="ctr"/>
          <a:lstStyle/>
          <a:p>
            <a:pPr marL="342900" indent="-342900">
              <a:spcAft>
                <a:spcPts val="800"/>
              </a:spcAft>
              <a:buSzPct val="100000"/>
              <a:buChar char="•"/>
            </a:pPr>
            <a:r>
              <a:rPr lang="en-US" sz="1200" dirty="0" err="1">
                <a:solidFill>
                  <a:srgbClr val="E8DFD0"/>
                </a:solidFill>
                <a:latin typeface="Calibri"/>
                <a:ea typeface="Calibri"/>
                <a:cs typeface="Calibri"/>
              </a:rPr>
              <a:t>Djurparken</a:t>
            </a:r>
            <a:r>
              <a:rPr lang="en-US" sz="1200" dirty="0">
                <a:solidFill>
                  <a:srgbClr val="E8DFD0"/>
                </a:solidFill>
                <a:latin typeface="Calibri"/>
                <a:ea typeface="Calibri"/>
                <a:cs typeface="Calibri"/>
              </a:rPr>
              <a:t> I </a:t>
            </a:r>
            <a:r>
              <a:rPr lang="en-US" sz="1200" dirty="0" err="1">
                <a:solidFill>
                  <a:srgbClr val="E8DFD0"/>
                </a:solidFill>
                <a:latin typeface="Calibri"/>
                <a:ea typeface="Calibri"/>
                <a:cs typeface="Calibri"/>
              </a:rPr>
              <a:t>Lunaret</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är</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en</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pärlan</a:t>
            </a:r>
            <a:r>
              <a:rPr lang="en-US" sz="1200" dirty="0">
                <a:solidFill>
                  <a:srgbClr val="E8DFD0"/>
                </a:solidFill>
                <a:latin typeface="Calibri"/>
                <a:ea typeface="Calibri"/>
                <a:cs typeface="Calibri"/>
              </a:rPr>
              <a:t>.</a:t>
            </a:r>
            <a:endParaRPr lang="en-US" sz="1200" dirty="0">
              <a:latin typeface="Calibri"/>
              <a:ea typeface="Calibri"/>
              <a:cs typeface="Calibri"/>
            </a:endParaRPr>
          </a:p>
          <a:p>
            <a:pPr marL="342900" indent="-342900">
              <a:spcAft>
                <a:spcPts val="800"/>
              </a:spcAft>
              <a:buSzPct val="100000"/>
              <a:buChar char="•"/>
            </a:pPr>
            <a:r>
              <a:rPr lang="en-US" sz="1200" dirty="0">
                <a:solidFill>
                  <a:srgbClr val="E8DFD0"/>
                </a:solidFill>
                <a:latin typeface="Calibri"/>
                <a:ea typeface="Calibri"/>
                <a:cs typeface="Calibri"/>
              </a:rPr>
              <a:t>Marché des </a:t>
            </a:r>
            <a:r>
              <a:rPr lang="en-US" sz="1200" dirty="0" err="1">
                <a:solidFill>
                  <a:srgbClr val="E8DFD0"/>
                </a:solidFill>
                <a:latin typeface="Calibri"/>
                <a:ea typeface="Calibri"/>
                <a:cs typeface="Calibri"/>
              </a:rPr>
              <a:t>Arceaux</a:t>
            </a:r>
            <a:r>
              <a:rPr lang="en-US" sz="1200" dirty="0">
                <a:solidFill>
                  <a:srgbClr val="E8DFD0"/>
                </a:solidFill>
                <a:latin typeface="Calibri"/>
                <a:ea typeface="Calibri"/>
                <a:cs typeface="Calibri"/>
              </a:rPr>
              <a:t> för </a:t>
            </a:r>
            <a:r>
              <a:rPr lang="en-US" sz="1200" dirty="0" err="1">
                <a:solidFill>
                  <a:srgbClr val="E8DFD0"/>
                </a:solidFill>
                <a:latin typeface="Calibri"/>
                <a:ea typeface="Calibri"/>
                <a:cs typeface="Calibri"/>
              </a:rPr>
              <a:t>riktig</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lokal</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marknadsstämning</a:t>
            </a:r>
            <a:r>
              <a:rPr lang="en-US" sz="1200" dirty="0">
                <a:solidFill>
                  <a:srgbClr val="E8DFD0"/>
                </a:solidFill>
                <a:latin typeface="Calibri"/>
                <a:ea typeface="Calibri"/>
                <a:cs typeface="Calibri"/>
              </a:rPr>
              <a:t>.</a:t>
            </a:r>
            <a:endParaRPr lang="en-US" sz="1200" dirty="0">
              <a:latin typeface="Calibri"/>
              <a:ea typeface="Calibri"/>
              <a:cs typeface="Calibri"/>
            </a:endParaRPr>
          </a:p>
          <a:p>
            <a:pPr marL="342900" indent="-342900">
              <a:spcAft>
                <a:spcPts val="800"/>
              </a:spcAft>
              <a:buSzPct val="100000"/>
              <a:buChar char="•"/>
            </a:pPr>
            <a:r>
              <a:rPr lang="en-US" sz="1200" dirty="0">
                <a:solidFill>
                  <a:srgbClr val="E8DFD0"/>
                </a:solidFill>
                <a:latin typeface="Calibri"/>
                <a:ea typeface="Calibri"/>
                <a:cs typeface="Calibri"/>
              </a:rPr>
              <a:t>Place de la </a:t>
            </a:r>
            <a:r>
              <a:rPr lang="en-US" sz="1200" dirty="0" err="1">
                <a:solidFill>
                  <a:srgbClr val="E8DFD0"/>
                </a:solidFill>
                <a:latin typeface="Calibri"/>
                <a:ea typeface="Calibri"/>
                <a:cs typeface="Calibri"/>
              </a:rPr>
              <a:t>Canourgue</a:t>
            </a:r>
            <a:r>
              <a:rPr lang="en-US" sz="1200" dirty="0">
                <a:solidFill>
                  <a:srgbClr val="E8DFD0"/>
                </a:solidFill>
                <a:latin typeface="Calibri"/>
                <a:ea typeface="Calibri"/>
                <a:cs typeface="Calibri"/>
              </a:rPr>
              <a:t> för </a:t>
            </a:r>
            <a:r>
              <a:rPr lang="en-US" sz="1200" dirty="0" err="1">
                <a:solidFill>
                  <a:srgbClr val="E8DFD0"/>
                </a:solidFill>
                <a:latin typeface="Calibri"/>
                <a:ea typeface="Calibri"/>
                <a:cs typeface="Calibri"/>
              </a:rPr>
              <a:t>vinpaus</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utan</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turister</a:t>
            </a:r>
            <a:r>
              <a:rPr lang="en-US" sz="1200" dirty="0">
                <a:solidFill>
                  <a:srgbClr val="E8DFD0"/>
                </a:solidFill>
                <a:latin typeface="Calibri"/>
                <a:ea typeface="Calibri"/>
                <a:cs typeface="Calibri"/>
              </a:rPr>
              <a:t>.</a:t>
            </a:r>
            <a:endParaRPr lang="en-US" sz="1200" dirty="0">
              <a:latin typeface="Calibri"/>
              <a:ea typeface="Calibri"/>
              <a:cs typeface="Calibri"/>
            </a:endParaRPr>
          </a:p>
        </p:txBody>
      </p:sp>
      <p:sp>
        <p:nvSpPr>
          <p:cNvPr id="8" name="Shape 6"/>
          <p:cNvSpPr/>
          <p:nvPr/>
        </p:nvSpPr>
        <p:spPr>
          <a:xfrm>
            <a:off x="4480560" y="2377440"/>
            <a:ext cx="3657600" cy="3840480"/>
          </a:xfrm>
          <a:prstGeom prst="rect">
            <a:avLst/>
          </a:prstGeom>
          <a:solidFill>
            <a:srgbClr val="2A4150"/>
          </a:solidFill>
          <a:ln w="12700">
            <a:solidFill>
              <a:srgbClr val="2A4150"/>
            </a:solidFill>
            <a:prstDash val="solid"/>
          </a:ln>
        </p:spPr>
      </p:sp>
      <p:sp>
        <p:nvSpPr>
          <p:cNvPr id="9" name="Shape 7"/>
          <p:cNvSpPr/>
          <p:nvPr/>
        </p:nvSpPr>
        <p:spPr>
          <a:xfrm>
            <a:off x="4480560" y="2377440"/>
            <a:ext cx="91440" cy="3840480"/>
          </a:xfrm>
          <a:prstGeom prst="rect">
            <a:avLst/>
          </a:prstGeom>
          <a:solidFill>
            <a:srgbClr val="D4A23A"/>
          </a:solidFill>
          <a:ln w="12700">
            <a:solidFill>
              <a:srgbClr val="D4A23A"/>
            </a:solidFill>
            <a:prstDash val="solid"/>
          </a:ln>
        </p:spPr>
      </p:sp>
      <p:sp>
        <p:nvSpPr>
          <p:cNvPr id="10" name="Text 8"/>
          <p:cNvSpPr/>
          <p:nvPr/>
        </p:nvSpPr>
        <p:spPr>
          <a:xfrm>
            <a:off x="4754880" y="2651760"/>
            <a:ext cx="3108960" cy="457200"/>
          </a:xfrm>
          <a:prstGeom prst="rect">
            <a:avLst/>
          </a:prstGeom>
          <a:noFill/>
          <a:ln/>
        </p:spPr>
        <p:txBody>
          <a:bodyPr wrap="square" lIns="0" tIns="0" rIns="0" bIns="0" rtlCol="0" anchor="ctr"/>
          <a:lstStyle/>
          <a:p>
            <a:pPr marL="0" indent="0">
              <a:buNone/>
            </a:pPr>
            <a:r>
              <a:rPr lang="en-US" sz="2200" b="1" dirty="0">
                <a:solidFill>
                  <a:srgbClr val="D4A23A"/>
                </a:solidFill>
                <a:latin typeface="Georgia" pitchFamily="34" charset="0"/>
                <a:ea typeface="Georgia" pitchFamily="34" charset="-122"/>
                <a:cs typeface="Georgia" pitchFamily="34" charset="-120"/>
              </a:rPr>
              <a:t>Tågutflykter</a:t>
            </a:r>
            <a:endParaRPr lang="en-US" sz="2200" dirty="0"/>
          </a:p>
        </p:txBody>
      </p:sp>
      <p:sp>
        <p:nvSpPr>
          <p:cNvPr id="11" name="Text 9"/>
          <p:cNvSpPr/>
          <p:nvPr/>
        </p:nvSpPr>
        <p:spPr>
          <a:xfrm>
            <a:off x="4754880" y="3291840"/>
            <a:ext cx="3108960" cy="27432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E8DFD0"/>
                </a:solidFill>
                <a:latin typeface="Calibri" pitchFamily="34" charset="0"/>
                <a:ea typeface="Calibri" pitchFamily="34" charset="-122"/>
                <a:cs typeface="Calibri" pitchFamily="34" charset="-120"/>
              </a:rPr>
              <a:t>Sète på 20 min är enklast och billigast för stranddag.</a:t>
            </a:r>
            <a:endParaRPr lang="en-US" sz="1200" dirty="0"/>
          </a:p>
          <a:p>
            <a:pPr marL="342900" indent="-342900">
              <a:spcAft>
                <a:spcPts val="800"/>
              </a:spcAft>
              <a:buSzPct val="100000"/>
              <a:buChar char="•"/>
            </a:pPr>
            <a:r>
              <a:rPr lang="en-US" sz="1200" dirty="0">
                <a:solidFill>
                  <a:srgbClr val="E8DFD0"/>
                </a:solidFill>
                <a:latin typeface="Calibri" pitchFamily="34" charset="0"/>
                <a:ea typeface="Calibri" pitchFamily="34" charset="-122"/>
                <a:cs typeface="Calibri" pitchFamily="34" charset="-120"/>
              </a:rPr>
              <a:t>Nîmes på 30 min för romerska ruiner, kan kombineras med Pont du Gard.</a:t>
            </a:r>
            <a:endParaRPr lang="en-US" sz="1200" dirty="0"/>
          </a:p>
          <a:p>
            <a:pPr marL="342900" indent="-342900">
              <a:spcAft>
                <a:spcPts val="800"/>
              </a:spcAft>
              <a:buSzPct val="100000"/>
              <a:buChar char="•"/>
            </a:pPr>
            <a:r>
              <a:rPr lang="en-US" sz="1200" dirty="0">
                <a:solidFill>
                  <a:srgbClr val="E8DFD0"/>
                </a:solidFill>
                <a:latin typeface="Calibri" pitchFamily="34" charset="0"/>
                <a:ea typeface="Calibri" pitchFamily="34" charset="-122"/>
                <a:cs typeface="Calibri" pitchFamily="34" charset="-120"/>
              </a:rPr>
              <a:t>Aigues-Mortes och Avignon för längre dagsutflykter.</a:t>
            </a:r>
            <a:endParaRPr lang="en-US" sz="1200" dirty="0"/>
          </a:p>
        </p:txBody>
      </p:sp>
      <p:sp>
        <p:nvSpPr>
          <p:cNvPr id="12" name="Shape 10"/>
          <p:cNvSpPr/>
          <p:nvPr/>
        </p:nvSpPr>
        <p:spPr>
          <a:xfrm>
            <a:off x="8321040" y="2377440"/>
            <a:ext cx="3657600" cy="3840480"/>
          </a:xfrm>
          <a:prstGeom prst="rect">
            <a:avLst/>
          </a:prstGeom>
          <a:solidFill>
            <a:srgbClr val="2A4150"/>
          </a:solidFill>
          <a:ln w="12700">
            <a:solidFill>
              <a:srgbClr val="2A4150"/>
            </a:solidFill>
            <a:prstDash val="solid"/>
          </a:ln>
        </p:spPr>
      </p:sp>
      <p:sp>
        <p:nvSpPr>
          <p:cNvPr id="13" name="Shape 11"/>
          <p:cNvSpPr/>
          <p:nvPr/>
        </p:nvSpPr>
        <p:spPr>
          <a:xfrm>
            <a:off x="8321040" y="2377440"/>
            <a:ext cx="91440" cy="3840480"/>
          </a:xfrm>
          <a:prstGeom prst="rect">
            <a:avLst/>
          </a:prstGeom>
          <a:solidFill>
            <a:srgbClr val="2E7793"/>
          </a:solidFill>
          <a:ln w="12700">
            <a:solidFill>
              <a:srgbClr val="2E7793"/>
            </a:solidFill>
            <a:prstDash val="solid"/>
          </a:ln>
        </p:spPr>
      </p:sp>
      <p:sp>
        <p:nvSpPr>
          <p:cNvPr id="14" name="Text 12"/>
          <p:cNvSpPr/>
          <p:nvPr/>
        </p:nvSpPr>
        <p:spPr>
          <a:xfrm>
            <a:off x="8595360" y="2651760"/>
            <a:ext cx="3108960" cy="457200"/>
          </a:xfrm>
          <a:prstGeom prst="rect">
            <a:avLst/>
          </a:prstGeom>
          <a:noFill/>
          <a:ln/>
        </p:spPr>
        <p:txBody>
          <a:bodyPr wrap="square" lIns="0" tIns="0" rIns="0" bIns="0" rtlCol="0" anchor="ctr"/>
          <a:lstStyle/>
          <a:p>
            <a:pPr marL="0" indent="0">
              <a:buNone/>
            </a:pPr>
            <a:r>
              <a:rPr lang="en-US" sz="2200" b="1">
                <a:solidFill>
                  <a:srgbClr val="2E7793"/>
                </a:solidFill>
                <a:latin typeface="Georgia"/>
                <a:ea typeface="Georgia" pitchFamily="34" charset="-122"/>
                <a:cs typeface="Georgia" pitchFamily="34" charset="-120"/>
              </a:rPr>
              <a:t>Träning</a:t>
            </a:r>
            <a:endParaRPr lang="en-US" sz="2200" dirty="0">
              <a:latin typeface="Georgia"/>
              <a:ea typeface="Calibri" panose="020F0502020204030204"/>
              <a:cs typeface="Calibri" panose="020F0502020204030204"/>
            </a:endParaRPr>
          </a:p>
        </p:txBody>
      </p:sp>
      <p:sp>
        <p:nvSpPr>
          <p:cNvPr id="15" name="Text 13"/>
          <p:cNvSpPr/>
          <p:nvPr/>
        </p:nvSpPr>
        <p:spPr>
          <a:xfrm>
            <a:off x="8595360" y="3291840"/>
            <a:ext cx="3108960" cy="27432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E8DFD0"/>
                </a:solidFill>
                <a:latin typeface="Calibri"/>
                <a:ea typeface="Calibri"/>
                <a:cs typeface="Calibri"/>
              </a:rPr>
              <a:t>Parc de la </a:t>
            </a:r>
            <a:r>
              <a:rPr lang="en-US" sz="1200" dirty="0" err="1">
                <a:solidFill>
                  <a:srgbClr val="E8DFD0"/>
                </a:solidFill>
                <a:latin typeface="Calibri"/>
                <a:ea typeface="Calibri"/>
                <a:cs typeface="Calibri"/>
              </a:rPr>
              <a:t>Rauze</a:t>
            </a:r>
            <a:r>
              <a:rPr lang="en-US" sz="1200" dirty="0">
                <a:solidFill>
                  <a:srgbClr val="E8DFD0"/>
                </a:solidFill>
                <a:latin typeface="Calibri"/>
                <a:ea typeface="Calibri"/>
                <a:cs typeface="Calibri"/>
              </a:rPr>
              <a:t> – </a:t>
            </a:r>
            <a:r>
              <a:rPr lang="en-US" sz="1200" dirty="0" err="1">
                <a:solidFill>
                  <a:srgbClr val="E8DFD0"/>
                </a:solidFill>
                <a:latin typeface="Calibri"/>
                <a:ea typeface="Calibri"/>
                <a:cs typeface="Calibri"/>
              </a:rPr>
              <a:t>ett</a:t>
            </a:r>
            <a:r>
              <a:rPr lang="en-US" sz="1200" dirty="0">
                <a:solidFill>
                  <a:srgbClr val="E8DFD0"/>
                </a:solidFill>
                <a:latin typeface="Calibri"/>
                <a:ea typeface="Calibri"/>
                <a:cs typeface="Calibri"/>
              </a:rPr>
              <a:t> bra gym </a:t>
            </a:r>
            <a:r>
              <a:rPr lang="en-US" sz="1200" dirty="0" err="1">
                <a:solidFill>
                  <a:srgbClr val="E8DFD0"/>
                </a:solidFill>
                <a:latin typeface="Calibri"/>
                <a:ea typeface="Calibri"/>
                <a:cs typeface="Calibri"/>
              </a:rPr>
              <a:t>på</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kort</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löpavstånd</a:t>
            </a:r>
            <a:r>
              <a:rPr lang="en-US" sz="1200" dirty="0">
                <a:solidFill>
                  <a:srgbClr val="E8DFD0"/>
                </a:solidFill>
                <a:latin typeface="Calibri"/>
                <a:ea typeface="Calibri"/>
                <a:cs typeface="Calibri"/>
              </a:rPr>
              <a:t>.</a:t>
            </a:r>
            <a:endParaRPr lang="en-US" sz="1200" dirty="0">
              <a:latin typeface="Calibri"/>
              <a:ea typeface="Calibri"/>
              <a:cs typeface="Calibri"/>
            </a:endParaRPr>
          </a:p>
          <a:p>
            <a:pPr marL="342900" indent="-342900">
              <a:spcAft>
                <a:spcPts val="800"/>
              </a:spcAft>
              <a:buSzPct val="100000"/>
              <a:buFont typeface="Arial"/>
              <a:buChar char="•"/>
            </a:pPr>
            <a:r>
              <a:rPr lang="en-US" sz="1200" dirty="0">
                <a:solidFill>
                  <a:srgbClr val="E8DFD0"/>
                </a:solidFill>
                <a:latin typeface="Calibri"/>
                <a:ea typeface="Calibri"/>
                <a:cs typeface="Calibri"/>
              </a:rPr>
              <a:t>Parc Georges Charpak fin </a:t>
            </a:r>
            <a:r>
              <a:rPr lang="en-US" sz="1200" dirty="0" err="1">
                <a:solidFill>
                  <a:srgbClr val="E8DFD0"/>
                </a:solidFill>
                <a:latin typeface="Calibri"/>
                <a:ea typeface="Calibri"/>
                <a:cs typeface="Calibri"/>
              </a:rPr>
              <a:t>vändningspunkt</a:t>
            </a:r>
            <a:r>
              <a:rPr lang="en-US" sz="1200" dirty="0">
                <a:solidFill>
                  <a:srgbClr val="E8DFD0"/>
                </a:solidFill>
                <a:latin typeface="Calibri"/>
                <a:ea typeface="Calibri"/>
                <a:cs typeface="Calibri"/>
              </a:rPr>
              <a:t> för </a:t>
            </a:r>
            <a:r>
              <a:rPr lang="en-US" sz="1200" dirty="0" err="1">
                <a:solidFill>
                  <a:srgbClr val="E8DFD0"/>
                </a:solidFill>
                <a:latin typeface="Calibri"/>
                <a:ea typeface="Calibri"/>
                <a:cs typeface="Calibri"/>
              </a:rPr>
              <a:t>löprunda</a:t>
            </a:r>
            <a:r>
              <a:rPr lang="en-US" sz="1200" dirty="0">
                <a:solidFill>
                  <a:srgbClr val="E8DFD0"/>
                </a:solidFill>
                <a:latin typeface="Calibri"/>
                <a:ea typeface="Calibri"/>
                <a:cs typeface="Calibri"/>
              </a:rPr>
              <a:t> (1,5 km x 2).</a:t>
            </a:r>
          </a:p>
          <a:p>
            <a:pPr marL="342900" indent="-342900">
              <a:spcAft>
                <a:spcPts val="800"/>
              </a:spcAft>
              <a:buSzPct val="100000"/>
              <a:buFont typeface="Arial"/>
              <a:buChar char="•"/>
            </a:pPr>
            <a:r>
              <a:rPr lang="en-US" sz="1200" dirty="0" err="1">
                <a:solidFill>
                  <a:srgbClr val="E8DFD0"/>
                </a:solidFill>
                <a:latin typeface="Calibri"/>
                <a:ea typeface="Calibri"/>
                <a:cs typeface="Calibri"/>
              </a:rPr>
              <a:t>Joggingtur</a:t>
            </a:r>
            <a:r>
              <a:rPr lang="en-US" sz="1200" dirty="0">
                <a:solidFill>
                  <a:srgbClr val="E8DFD0"/>
                </a:solidFill>
                <a:latin typeface="Calibri"/>
                <a:ea typeface="Calibri"/>
                <a:cs typeface="Calibri"/>
              </a:rPr>
              <a:t> mot </a:t>
            </a:r>
            <a:r>
              <a:rPr lang="en-US" sz="1200" dirty="0" err="1">
                <a:solidFill>
                  <a:srgbClr val="E8DFD0"/>
                </a:solidFill>
                <a:latin typeface="Calibri"/>
                <a:ea typeface="Calibri"/>
                <a:cs typeface="Calibri"/>
              </a:rPr>
              <a:t>havet</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på</a:t>
            </a:r>
            <a:r>
              <a:rPr lang="en-US" sz="1200" dirty="0">
                <a:solidFill>
                  <a:srgbClr val="E8DFD0"/>
                </a:solidFill>
                <a:latin typeface="Calibri"/>
                <a:ea typeface="Calibri"/>
                <a:cs typeface="Calibri"/>
              </a:rPr>
              <a:t> Lez-</a:t>
            </a:r>
            <a:r>
              <a:rPr lang="en-US" sz="1200" dirty="0" err="1">
                <a:solidFill>
                  <a:srgbClr val="E8DFD0"/>
                </a:solidFill>
                <a:latin typeface="Calibri"/>
                <a:ea typeface="Calibri"/>
                <a:cs typeface="Calibri"/>
              </a:rPr>
              <a:t>cykelvägen</a:t>
            </a:r>
            <a:r>
              <a:rPr lang="en-US" sz="1200" dirty="0">
                <a:solidFill>
                  <a:srgbClr val="E8DFD0"/>
                </a:solidFill>
                <a:latin typeface="Calibri"/>
                <a:ea typeface="Calibri"/>
                <a:cs typeface="Calibri"/>
              </a:rPr>
              <a:t> – </a:t>
            </a:r>
            <a:r>
              <a:rPr lang="en-US" sz="1200" dirty="0" err="1">
                <a:solidFill>
                  <a:srgbClr val="E8DFD0"/>
                </a:solidFill>
                <a:latin typeface="Calibri"/>
                <a:ea typeface="Calibri"/>
                <a:cs typeface="Calibri"/>
              </a:rPr>
              <a:t>börjar</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ett</a:t>
            </a:r>
            <a:r>
              <a:rPr lang="en-US" sz="1200" dirty="0">
                <a:solidFill>
                  <a:srgbClr val="E8DFD0"/>
                </a:solidFill>
                <a:latin typeface="Calibri"/>
                <a:ea typeface="Calibri"/>
                <a:cs typeface="Calibri"/>
              </a:rPr>
              <a:t> par </a:t>
            </a:r>
            <a:r>
              <a:rPr lang="en-US" sz="1200" dirty="0" err="1">
                <a:solidFill>
                  <a:srgbClr val="E8DFD0"/>
                </a:solidFill>
                <a:latin typeface="Calibri"/>
                <a:ea typeface="Calibri"/>
                <a:cs typeface="Calibri"/>
              </a:rPr>
              <a:t>hundra</a:t>
            </a:r>
            <a:r>
              <a:rPr lang="en-US" sz="1200" dirty="0">
                <a:solidFill>
                  <a:srgbClr val="E8DFD0"/>
                </a:solidFill>
                <a:latin typeface="Calibri"/>
                <a:ea typeface="Calibri"/>
                <a:cs typeface="Calibri"/>
              </a:rPr>
              <a:t> meter </a:t>
            </a:r>
            <a:r>
              <a:rPr lang="en-US" sz="1200" dirty="0" err="1">
                <a:solidFill>
                  <a:srgbClr val="E8DFD0"/>
                </a:solidFill>
                <a:latin typeface="Calibri"/>
                <a:ea typeface="Calibri"/>
                <a:cs typeface="Calibri"/>
              </a:rPr>
              <a:t>från</a:t>
            </a:r>
            <a:r>
              <a:rPr lang="en-US" sz="1200" dirty="0">
                <a:solidFill>
                  <a:srgbClr val="E8DFD0"/>
                </a:solidFill>
                <a:latin typeface="Calibri"/>
                <a:ea typeface="Calibri"/>
                <a:cs typeface="Calibri"/>
              </a:rPr>
              <a:t> </a:t>
            </a:r>
            <a:r>
              <a:rPr lang="en-US" sz="1200" dirty="0" err="1">
                <a:solidFill>
                  <a:srgbClr val="E8DFD0"/>
                </a:solidFill>
                <a:latin typeface="Calibri"/>
                <a:ea typeface="Calibri"/>
                <a:cs typeface="Calibri"/>
              </a:rPr>
              <a:t>huset</a:t>
            </a:r>
            <a:r>
              <a:rPr lang="en-US" sz="1200" dirty="0">
                <a:solidFill>
                  <a:srgbClr val="E8DFD0"/>
                </a:solidFill>
                <a:latin typeface="Calibri"/>
                <a:ea typeface="Calibri"/>
                <a:cs typeface="Calibr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Bredbild</PresentationFormat>
  <Paragraphs>0</Paragraphs>
  <Slides>19</Slides>
  <Notes>19</Notes>
  <HiddenSlides>0</HiddenSlides>
  <MMClips>0</MMClips>
  <ScaleCrop>false</ScaleCrop>
  <HeadingPairs>
    <vt:vector size="4" baseType="variant">
      <vt:variant>
        <vt:lpstr>Tema</vt:lpstr>
      </vt:variant>
      <vt:variant>
        <vt:i4>1</vt:i4>
      </vt:variant>
      <vt:variant>
        <vt:lpstr>Bildrubriker</vt:lpstr>
      </vt:variant>
      <vt:variant>
        <vt:i4>19</vt:i4>
      </vt:variant>
    </vt:vector>
  </HeadingPairs>
  <TitlesOfParts>
    <vt:vector size="20" baseType="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Montpellier Del 2 - Hidden Gems, Tåg, Träning</dc:title>
  <dc:subject>PptxGenJS Presentation</dc:subject>
  <dc:creator>Andreas</dc:creator>
  <cp:lastModifiedBy>Andreas</cp:lastModifiedBy>
  <cp:revision>138</cp:revision>
  <dcterms:created xsi:type="dcterms:W3CDTF">2026-05-06T14:16:58Z</dcterms:created>
  <dcterms:modified xsi:type="dcterms:W3CDTF">2026-05-08T18:11:50Z</dcterms:modified>
</cp:coreProperties>
</file>